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3"/>
  </p:notesMasterIdLst>
  <p:handoutMasterIdLst>
    <p:handoutMasterId r:id="rId4"/>
  </p:handoutMasterIdLst>
  <p:sldIdLst>
    <p:sldId id="264" r:id="rId2"/>
  </p:sldIdLst>
  <p:sldSz cx="20116800" cy="31089600"/>
  <p:notesSz cx="7010400" cy="9296400"/>
  <p:defaultTextStyle>
    <a:defPPr>
      <a:defRPr lang="en-US"/>
    </a:defPPr>
    <a:lvl1pPr algn="l" rtl="0" fontAlgn="base">
      <a:spcBef>
        <a:spcPct val="0"/>
      </a:spcBef>
      <a:spcAft>
        <a:spcPct val="0"/>
      </a:spcAft>
      <a:defRPr sz="2600" kern="1200">
        <a:solidFill>
          <a:schemeClr val="tx1"/>
        </a:solidFill>
        <a:latin typeface="Times New Roman" pitchFamily="18" charset="0"/>
        <a:ea typeface="+mn-ea"/>
        <a:cs typeface="+mn-cs"/>
      </a:defRPr>
    </a:lvl1pPr>
    <a:lvl2pPr marL="457200" algn="l" rtl="0" fontAlgn="base">
      <a:spcBef>
        <a:spcPct val="0"/>
      </a:spcBef>
      <a:spcAft>
        <a:spcPct val="0"/>
      </a:spcAft>
      <a:defRPr sz="2600" kern="1200">
        <a:solidFill>
          <a:schemeClr val="tx1"/>
        </a:solidFill>
        <a:latin typeface="Times New Roman" pitchFamily="18" charset="0"/>
        <a:ea typeface="+mn-ea"/>
        <a:cs typeface="+mn-cs"/>
      </a:defRPr>
    </a:lvl2pPr>
    <a:lvl3pPr marL="914400" algn="l" rtl="0" fontAlgn="base">
      <a:spcBef>
        <a:spcPct val="0"/>
      </a:spcBef>
      <a:spcAft>
        <a:spcPct val="0"/>
      </a:spcAft>
      <a:defRPr sz="2600" kern="1200">
        <a:solidFill>
          <a:schemeClr val="tx1"/>
        </a:solidFill>
        <a:latin typeface="Times New Roman" pitchFamily="18" charset="0"/>
        <a:ea typeface="+mn-ea"/>
        <a:cs typeface="+mn-cs"/>
      </a:defRPr>
    </a:lvl3pPr>
    <a:lvl4pPr marL="1371600" algn="l" rtl="0" fontAlgn="base">
      <a:spcBef>
        <a:spcPct val="0"/>
      </a:spcBef>
      <a:spcAft>
        <a:spcPct val="0"/>
      </a:spcAft>
      <a:defRPr sz="2600" kern="1200">
        <a:solidFill>
          <a:schemeClr val="tx1"/>
        </a:solidFill>
        <a:latin typeface="Times New Roman" pitchFamily="18" charset="0"/>
        <a:ea typeface="+mn-ea"/>
        <a:cs typeface="+mn-cs"/>
      </a:defRPr>
    </a:lvl4pPr>
    <a:lvl5pPr marL="1828800" algn="l" rtl="0" fontAlgn="base">
      <a:spcBef>
        <a:spcPct val="0"/>
      </a:spcBef>
      <a:spcAft>
        <a:spcPct val="0"/>
      </a:spcAft>
      <a:defRPr sz="2600" kern="1200">
        <a:solidFill>
          <a:schemeClr val="tx1"/>
        </a:solidFill>
        <a:latin typeface="Times New Roman" pitchFamily="18" charset="0"/>
        <a:ea typeface="+mn-ea"/>
        <a:cs typeface="+mn-cs"/>
      </a:defRPr>
    </a:lvl5pPr>
    <a:lvl6pPr marL="2286000" algn="l" defTabSz="914400" rtl="0" eaLnBrk="1" latinLnBrk="0" hangingPunct="1">
      <a:defRPr sz="2600" kern="1200">
        <a:solidFill>
          <a:schemeClr val="tx1"/>
        </a:solidFill>
        <a:latin typeface="Times New Roman" pitchFamily="18" charset="0"/>
        <a:ea typeface="+mn-ea"/>
        <a:cs typeface="+mn-cs"/>
      </a:defRPr>
    </a:lvl6pPr>
    <a:lvl7pPr marL="2743200" algn="l" defTabSz="914400" rtl="0" eaLnBrk="1" latinLnBrk="0" hangingPunct="1">
      <a:defRPr sz="2600" kern="1200">
        <a:solidFill>
          <a:schemeClr val="tx1"/>
        </a:solidFill>
        <a:latin typeface="Times New Roman" pitchFamily="18" charset="0"/>
        <a:ea typeface="+mn-ea"/>
        <a:cs typeface="+mn-cs"/>
      </a:defRPr>
    </a:lvl7pPr>
    <a:lvl8pPr marL="3200400" algn="l" defTabSz="914400" rtl="0" eaLnBrk="1" latinLnBrk="0" hangingPunct="1">
      <a:defRPr sz="2600" kern="1200">
        <a:solidFill>
          <a:schemeClr val="tx1"/>
        </a:solidFill>
        <a:latin typeface="Times New Roman" pitchFamily="18" charset="0"/>
        <a:ea typeface="+mn-ea"/>
        <a:cs typeface="+mn-cs"/>
      </a:defRPr>
    </a:lvl8pPr>
    <a:lvl9pPr marL="3657600" algn="l" defTabSz="914400" rtl="0" eaLnBrk="1" latinLnBrk="0" hangingPunct="1">
      <a:defRPr sz="26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9792">
          <p15:clr>
            <a:srgbClr val="A4A3A4"/>
          </p15:clr>
        </p15:guide>
        <p15:guide id="2" pos="63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6699FF"/>
    <a:srgbClr val="4551C7"/>
    <a:srgbClr val="ED0000"/>
    <a:srgbClr val="BE1200"/>
    <a:srgbClr val="FF1900"/>
    <a:srgbClr val="FF0000"/>
    <a:srgbClr val="FF3300"/>
    <a:srgbClr val="66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4660"/>
  </p:normalViewPr>
  <p:slideViewPr>
    <p:cSldViewPr>
      <p:cViewPr>
        <p:scale>
          <a:sx n="98" d="100"/>
          <a:sy n="98" d="100"/>
        </p:scale>
        <p:origin x="-1644" y="-4188"/>
      </p:cViewPr>
      <p:guideLst>
        <p:guide orient="horz" pos="9792"/>
        <p:guide pos="63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 d="100"/>
        <a:sy n="2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ruton, Kiden" userId="82fd0fb9-6bef-4bc0-97d6-a5569a4ff273" providerId="ADAL" clId="{1660472F-0A92-48D3-9B37-821E7EBB8857}"/>
    <pc:docChg chg="undo custSel modSld">
      <pc:chgData name="Scruton, Kiden" userId="82fd0fb9-6bef-4bc0-97d6-a5569a4ff273" providerId="ADAL" clId="{1660472F-0A92-48D3-9B37-821E7EBB8857}" dt="2024-04-20T18:32:01.711" v="1066" actId="1076"/>
      <pc:docMkLst>
        <pc:docMk/>
      </pc:docMkLst>
      <pc:sldChg chg="addSp delSp modSp mod">
        <pc:chgData name="Scruton, Kiden" userId="82fd0fb9-6bef-4bc0-97d6-a5569a4ff273" providerId="ADAL" clId="{1660472F-0A92-48D3-9B37-821E7EBB8857}" dt="2024-04-20T18:32:01.711" v="1066" actId="1076"/>
        <pc:sldMkLst>
          <pc:docMk/>
          <pc:sldMk cId="0" sldId="264"/>
        </pc:sldMkLst>
        <pc:spChg chg="mod">
          <ac:chgData name="Scruton, Kiden" userId="82fd0fb9-6bef-4bc0-97d6-a5569a4ff273" providerId="ADAL" clId="{1660472F-0A92-48D3-9B37-821E7EBB8857}" dt="2024-04-17T09:37:00.542" v="271" actId="20577"/>
          <ac:spMkLst>
            <pc:docMk/>
            <pc:sldMk cId="0" sldId="264"/>
            <ac:spMk id="9" creationId="{33FA10B4-27D9-955F-7982-137B8A9EAB54}"/>
          </ac:spMkLst>
        </pc:spChg>
        <pc:spChg chg="mod">
          <ac:chgData name="Scruton, Kiden" userId="82fd0fb9-6bef-4bc0-97d6-a5569a4ff273" providerId="ADAL" clId="{1660472F-0A92-48D3-9B37-821E7EBB8857}" dt="2024-04-17T09:34:43.509" v="83" actId="14100"/>
          <ac:spMkLst>
            <pc:docMk/>
            <pc:sldMk cId="0" sldId="264"/>
            <ac:spMk id="11" creationId="{730685FE-3624-7DF7-A8F8-95321AC73FDE}"/>
          </ac:spMkLst>
        </pc:spChg>
        <pc:spChg chg="mod">
          <ac:chgData name="Scruton, Kiden" userId="82fd0fb9-6bef-4bc0-97d6-a5569a4ff273" providerId="ADAL" clId="{1660472F-0A92-48D3-9B37-821E7EBB8857}" dt="2024-04-17T09:37:31.636" v="297" actId="20577"/>
          <ac:spMkLst>
            <pc:docMk/>
            <pc:sldMk cId="0" sldId="264"/>
            <ac:spMk id="46" creationId="{4407FF81-17B3-E0E7-9FD5-ECAF54FFC0E6}"/>
          </ac:spMkLst>
        </pc:spChg>
        <pc:spChg chg="mod">
          <ac:chgData name="Scruton, Kiden" userId="82fd0fb9-6bef-4bc0-97d6-a5569a4ff273" providerId="ADAL" clId="{1660472F-0A92-48D3-9B37-821E7EBB8857}" dt="2024-04-17T09:43:53.026" v="496" actId="207"/>
          <ac:spMkLst>
            <pc:docMk/>
            <pc:sldMk cId="0" sldId="264"/>
            <ac:spMk id="55" creationId="{4A888B91-2A23-8E5A-FE82-E419F7C2B7A2}"/>
          </ac:spMkLst>
        </pc:spChg>
        <pc:spChg chg="add del mod">
          <ac:chgData name="Scruton, Kiden" userId="82fd0fb9-6bef-4bc0-97d6-a5569a4ff273" providerId="ADAL" clId="{1660472F-0A92-48D3-9B37-821E7EBB8857}" dt="2024-04-17T09:53:07.863" v="805" actId="478"/>
          <ac:spMkLst>
            <pc:docMk/>
            <pc:sldMk cId="0" sldId="264"/>
            <ac:spMk id="59" creationId="{4B0DFDE0-208A-5F49-7CF6-28E387B28D54}"/>
          </ac:spMkLst>
        </pc:spChg>
        <pc:spChg chg="add del mod">
          <ac:chgData name="Scruton, Kiden" userId="82fd0fb9-6bef-4bc0-97d6-a5569a4ff273" providerId="ADAL" clId="{1660472F-0A92-48D3-9B37-821E7EBB8857}" dt="2024-04-17T09:53:18.254" v="806" actId="478"/>
          <ac:spMkLst>
            <pc:docMk/>
            <pc:sldMk cId="0" sldId="264"/>
            <ac:spMk id="63" creationId="{DEA4C393-D273-373B-FCDA-F7A5039638E2}"/>
          </ac:spMkLst>
        </pc:spChg>
        <pc:spChg chg="add mod">
          <ac:chgData name="Scruton, Kiden" userId="82fd0fb9-6bef-4bc0-97d6-a5569a4ff273" providerId="ADAL" clId="{1660472F-0A92-48D3-9B37-821E7EBB8857}" dt="2024-04-20T18:31:43.651" v="1064" actId="14100"/>
          <ac:spMkLst>
            <pc:docMk/>
            <pc:sldMk cId="0" sldId="264"/>
            <ac:spMk id="1027" creationId="{2BFB0D0A-8ED1-05EB-8672-51CC21583BCA}"/>
          </ac:spMkLst>
        </pc:spChg>
        <pc:spChg chg="add mod">
          <ac:chgData name="Scruton, Kiden" userId="82fd0fb9-6bef-4bc0-97d6-a5569a4ff273" providerId="ADAL" clId="{1660472F-0A92-48D3-9B37-821E7EBB8857}" dt="2024-04-17T09:44:35.579" v="497" actId="767"/>
          <ac:spMkLst>
            <pc:docMk/>
            <pc:sldMk cId="0" sldId="264"/>
            <ac:spMk id="1030" creationId="{DCCD2F6E-B848-440B-5E9C-62BD6A454673}"/>
          </ac:spMkLst>
        </pc:spChg>
        <pc:spChg chg="add mod">
          <ac:chgData name="Scruton, Kiden" userId="82fd0fb9-6bef-4bc0-97d6-a5569a4ff273" providerId="ADAL" clId="{1660472F-0A92-48D3-9B37-821E7EBB8857}" dt="2024-04-20T18:31:36.726" v="1049" actId="14100"/>
          <ac:spMkLst>
            <pc:docMk/>
            <pc:sldMk cId="0" sldId="264"/>
            <ac:spMk id="1031" creationId="{7B5ADA8D-2FAB-69A0-54D5-114F7B7074ED}"/>
          </ac:spMkLst>
        </pc:spChg>
        <pc:spChg chg="add mod">
          <ac:chgData name="Scruton, Kiden" userId="82fd0fb9-6bef-4bc0-97d6-a5569a4ff273" providerId="ADAL" clId="{1660472F-0A92-48D3-9B37-821E7EBB8857}" dt="2024-04-20T18:31:37.987" v="1050" actId="14100"/>
          <ac:spMkLst>
            <pc:docMk/>
            <pc:sldMk cId="0" sldId="264"/>
            <ac:spMk id="1032" creationId="{E82F55EB-294C-C603-3085-D3C61F7E2CE5}"/>
          </ac:spMkLst>
        </pc:spChg>
        <pc:spChg chg="add mod">
          <ac:chgData name="Scruton, Kiden" userId="82fd0fb9-6bef-4bc0-97d6-a5569a4ff273" providerId="ADAL" clId="{1660472F-0A92-48D3-9B37-821E7EBB8857}" dt="2024-04-20T18:31:43.651" v="1064" actId="14100"/>
          <ac:spMkLst>
            <pc:docMk/>
            <pc:sldMk cId="0" sldId="264"/>
            <ac:spMk id="1034" creationId="{06EA0455-6A11-2F10-1376-33A50073C4DF}"/>
          </ac:spMkLst>
        </pc:spChg>
        <pc:spChg chg="add mod">
          <ac:chgData name="Scruton, Kiden" userId="82fd0fb9-6bef-4bc0-97d6-a5569a4ff273" providerId="ADAL" clId="{1660472F-0A92-48D3-9B37-821E7EBB8857}" dt="2024-04-20T18:31:43.651" v="1064" actId="14100"/>
          <ac:spMkLst>
            <pc:docMk/>
            <pc:sldMk cId="0" sldId="264"/>
            <ac:spMk id="1036" creationId="{53E9F7C0-2E3C-1CD1-B323-52AF0240FC8C}"/>
          </ac:spMkLst>
        </pc:spChg>
        <pc:spChg chg="add mod">
          <ac:chgData name="Scruton, Kiden" userId="82fd0fb9-6bef-4bc0-97d6-a5569a4ff273" providerId="ADAL" clId="{1660472F-0A92-48D3-9B37-821E7EBB8857}" dt="2024-04-17T09:56:25.591" v="962"/>
          <ac:spMkLst>
            <pc:docMk/>
            <pc:sldMk cId="0" sldId="264"/>
            <ac:spMk id="1038" creationId="{54E4AF26-3157-9E88-9F80-7180464719F7}"/>
          </ac:spMkLst>
        </pc:spChg>
        <pc:spChg chg="add mod">
          <ac:chgData name="Scruton, Kiden" userId="82fd0fb9-6bef-4bc0-97d6-a5569a4ff273" providerId="ADAL" clId="{1660472F-0A92-48D3-9B37-821E7EBB8857}" dt="2024-04-17T09:56:31.330" v="963"/>
          <ac:spMkLst>
            <pc:docMk/>
            <pc:sldMk cId="0" sldId="264"/>
            <ac:spMk id="1040" creationId="{AD37C9C0-FFD1-72D4-686D-A9BED610D330}"/>
          </ac:spMkLst>
        </pc:spChg>
        <pc:spChg chg="add mod">
          <ac:chgData name="Scruton, Kiden" userId="82fd0fb9-6bef-4bc0-97d6-a5569a4ff273" providerId="ADAL" clId="{1660472F-0A92-48D3-9B37-821E7EBB8857}" dt="2024-04-20T18:31:43.651" v="1064" actId="14100"/>
          <ac:spMkLst>
            <pc:docMk/>
            <pc:sldMk cId="0" sldId="264"/>
            <ac:spMk id="1041" creationId="{CF3E913A-B2B0-9E90-FEBE-00689CC7CD5E}"/>
          </ac:spMkLst>
        </pc:spChg>
        <pc:spChg chg="add mod">
          <ac:chgData name="Scruton, Kiden" userId="82fd0fb9-6bef-4bc0-97d6-a5569a4ff273" providerId="ADAL" clId="{1660472F-0A92-48D3-9B37-821E7EBB8857}" dt="2024-04-20T18:31:42.324" v="1062" actId="14100"/>
          <ac:spMkLst>
            <pc:docMk/>
            <pc:sldMk cId="0" sldId="264"/>
            <ac:spMk id="1042" creationId="{3CBCAABB-ED77-ACE1-2650-4B0BF69665A0}"/>
          </ac:spMkLst>
        </pc:spChg>
        <pc:spChg chg="mod">
          <ac:chgData name="Scruton, Kiden" userId="82fd0fb9-6bef-4bc0-97d6-a5569a4ff273" providerId="ADAL" clId="{1660472F-0A92-48D3-9B37-821E7EBB8857}" dt="2024-04-17T10:04:38.421" v="1020" actId="20577"/>
          <ac:spMkLst>
            <pc:docMk/>
            <pc:sldMk cId="0" sldId="264"/>
            <ac:spMk id="1058" creationId="{F8960D44-5D51-633D-7C03-DB9F3CC09E46}"/>
          </ac:spMkLst>
        </pc:spChg>
        <pc:picChg chg="add del mod">
          <ac:chgData name="Scruton, Kiden" userId="82fd0fb9-6bef-4bc0-97d6-a5569a4ff273" providerId="ADAL" clId="{1660472F-0A92-48D3-9B37-821E7EBB8857}" dt="2024-04-17T09:53:07.863" v="805" actId="478"/>
          <ac:picMkLst>
            <pc:docMk/>
            <pc:sldMk cId="0" sldId="264"/>
            <ac:picMk id="58" creationId="{4624BD82-F159-0829-D662-0786CC205568}"/>
          </ac:picMkLst>
        </pc:picChg>
        <pc:picChg chg="add mod">
          <ac:chgData name="Scruton, Kiden" userId="82fd0fb9-6bef-4bc0-97d6-a5569a4ff273" providerId="ADAL" clId="{1660472F-0A92-48D3-9B37-821E7EBB8857}" dt="2024-04-17T09:33:06.960" v="70" actId="1076"/>
          <ac:picMkLst>
            <pc:docMk/>
            <pc:sldMk cId="0" sldId="264"/>
            <ac:picMk id="61" creationId="{89EC19DF-996D-BC12-4D1B-5FC3952A83DA}"/>
          </ac:picMkLst>
        </pc:picChg>
        <pc:picChg chg="add del mod">
          <ac:chgData name="Scruton, Kiden" userId="82fd0fb9-6bef-4bc0-97d6-a5569a4ff273" providerId="ADAL" clId="{1660472F-0A92-48D3-9B37-821E7EBB8857}" dt="2024-04-17T09:53:07.863" v="805" actId="478"/>
          <ac:picMkLst>
            <pc:docMk/>
            <pc:sldMk cId="0" sldId="264"/>
            <ac:picMk id="62" creationId="{C339C6C8-2C51-C127-6146-C28D030FDCC4}"/>
          </ac:picMkLst>
        </pc:picChg>
        <pc:picChg chg="add mod">
          <ac:chgData name="Scruton, Kiden" userId="82fd0fb9-6bef-4bc0-97d6-a5569a4ff273" providerId="ADAL" clId="{1660472F-0A92-48D3-9B37-821E7EBB8857}" dt="2024-04-20T18:31:43.651" v="1064" actId="14100"/>
          <ac:picMkLst>
            <pc:docMk/>
            <pc:sldMk cId="0" sldId="264"/>
            <ac:picMk id="1025" creationId="{898569C5-64CC-DB88-F08C-297E9B11CCAE}"/>
          </ac:picMkLst>
        </pc:picChg>
        <pc:picChg chg="mod">
          <ac:chgData name="Scruton, Kiden" userId="82fd0fb9-6bef-4bc0-97d6-a5569a4ff273" providerId="ADAL" clId="{1660472F-0A92-48D3-9B37-821E7EBB8857}" dt="2024-04-20T18:27:51.063" v="1022" actId="1076"/>
          <ac:picMkLst>
            <pc:docMk/>
            <pc:sldMk cId="0" sldId="264"/>
            <ac:picMk id="1026" creationId="{00000000-0000-0000-0000-000000000000}"/>
          </ac:picMkLst>
        </pc:picChg>
        <pc:picChg chg="mod">
          <ac:chgData name="Scruton, Kiden" userId="82fd0fb9-6bef-4bc0-97d6-a5569a4ff273" providerId="ADAL" clId="{1660472F-0A92-48D3-9B37-821E7EBB8857}" dt="2024-04-20T18:32:01.711" v="1066" actId="1076"/>
          <ac:picMkLst>
            <pc:docMk/>
            <pc:sldMk cId="0" sldId="264"/>
            <ac:picMk id="1028" creationId="{00000000-0000-0000-0000-000000000000}"/>
          </ac:picMkLst>
        </pc:picChg>
        <pc:picChg chg="add mod">
          <ac:chgData name="Scruton, Kiden" userId="82fd0fb9-6bef-4bc0-97d6-a5569a4ff273" providerId="ADAL" clId="{1660472F-0A92-48D3-9B37-821E7EBB8857}" dt="2024-04-20T18:31:43.651" v="1064" actId="14100"/>
          <ac:picMkLst>
            <pc:docMk/>
            <pc:sldMk cId="0" sldId="264"/>
            <ac:picMk id="1033" creationId="{4E230905-34D1-A7EE-A5CE-46FCDA80C782}"/>
          </ac:picMkLst>
        </pc:picChg>
        <pc:picChg chg="add mod">
          <ac:chgData name="Scruton, Kiden" userId="82fd0fb9-6bef-4bc0-97d6-a5569a4ff273" providerId="ADAL" clId="{1660472F-0A92-48D3-9B37-821E7EBB8857}" dt="2024-04-20T18:31:43.651" v="1064" actId="14100"/>
          <ac:picMkLst>
            <pc:docMk/>
            <pc:sldMk cId="0" sldId="264"/>
            <ac:picMk id="1035" creationId="{EE83C19B-407B-AE87-7FF2-14B27E62BBA1}"/>
          </ac:picMkLst>
        </pc:picChg>
        <pc:picChg chg="add mod">
          <ac:chgData name="Scruton, Kiden" userId="82fd0fb9-6bef-4bc0-97d6-a5569a4ff273" providerId="ADAL" clId="{1660472F-0A92-48D3-9B37-821E7EBB8857}" dt="2024-04-17T09:56:25.591" v="962"/>
          <ac:picMkLst>
            <pc:docMk/>
            <pc:sldMk cId="0" sldId="264"/>
            <ac:picMk id="1037" creationId="{5DD10550-689F-E6B7-B591-EEFF8889A2D3}"/>
          </ac:picMkLst>
        </pc:picChg>
        <pc:picChg chg="add mod">
          <ac:chgData name="Scruton, Kiden" userId="82fd0fb9-6bef-4bc0-97d6-a5569a4ff273" providerId="ADAL" clId="{1660472F-0A92-48D3-9B37-821E7EBB8857}" dt="2024-04-17T09:56:31.330" v="963"/>
          <ac:picMkLst>
            <pc:docMk/>
            <pc:sldMk cId="0" sldId="264"/>
            <ac:picMk id="1039" creationId="{563E7FE8-6D31-2A2A-E218-8A3722483F4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lvl1pPr>
          </a:lstStyle>
          <a:p>
            <a:pPr>
              <a:defRPr/>
            </a:pPr>
            <a:endParaRPr lang="en-US"/>
          </a:p>
        </p:txBody>
      </p:sp>
      <p:sp>
        <p:nvSpPr>
          <p:cNvPr id="22531" name="Rectangle 3"/>
          <p:cNvSpPr>
            <a:spLocks noGrp="1" noChangeArrowheads="1"/>
          </p:cNvSpPr>
          <p:nvPr>
            <p:ph type="dt" sz="quarter" idx="1"/>
          </p:nvPr>
        </p:nvSpPr>
        <p:spPr bwMode="auto">
          <a:xfrm>
            <a:off x="3970938"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lvl1pPr>
          </a:lstStyle>
          <a:p>
            <a:pPr>
              <a:defRPr/>
            </a:pPr>
            <a:endParaRPr lang="en-US"/>
          </a:p>
        </p:txBody>
      </p:sp>
      <p:sp>
        <p:nvSpPr>
          <p:cNvPr id="22532" name="Rectangle 4"/>
          <p:cNvSpPr>
            <a:spLocks noGrp="1" noChangeArrowheads="1"/>
          </p:cNvSpPr>
          <p:nvPr>
            <p:ph type="ftr" sz="quarter" idx="2"/>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lvl1pPr>
          </a:lstStyle>
          <a:p>
            <a:pPr>
              <a:defRPr/>
            </a:pPr>
            <a:endParaRPr lang="en-US"/>
          </a:p>
        </p:txBody>
      </p:sp>
      <p:sp>
        <p:nvSpPr>
          <p:cNvPr id="22533" name="Rectangle 5"/>
          <p:cNvSpPr>
            <a:spLocks noGrp="1" noChangeArrowheads="1"/>
          </p:cNvSpPr>
          <p:nvPr>
            <p:ph type="sldNum" sz="quarter" idx="3"/>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lvl1pPr>
          </a:lstStyle>
          <a:p>
            <a:pPr>
              <a:defRPr/>
            </a:pPr>
            <a:fld id="{6E4439CE-46E5-4340-92AE-1EDF8CC4D61A}" type="slidenum">
              <a:rPr lang="en-US"/>
              <a:pPr>
                <a:defRPr/>
              </a:pPr>
              <a:t>‹#›</a:t>
            </a:fld>
            <a:endParaRPr lang="en-US"/>
          </a:p>
        </p:txBody>
      </p:sp>
    </p:spTree>
    <p:extLst>
      <p:ext uri="{BB962C8B-B14F-4D97-AF65-F5344CB8AC3E}">
        <p14:creationId xmlns:p14="http://schemas.microsoft.com/office/powerpoint/2010/main" val="2344646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lvl1pPr>
          </a:lstStyle>
          <a:p>
            <a:pPr>
              <a:defRPr/>
            </a:pPr>
            <a:endParaRPr lang="en-US"/>
          </a:p>
        </p:txBody>
      </p:sp>
      <p:sp>
        <p:nvSpPr>
          <p:cNvPr id="46083" name="Rectangle 3"/>
          <p:cNvSpPr>
            <a:spLocks noGrp="1" noChangeArrowheads="1"/>
          </p:cNvSpPr>
          <p:nvPr>
            <p:ph type="dt" idx="1"/>
          </p:nvPr>
        </p:nvSpPr>
        <p:spPr bwMode="auto">
          <a:xfrm>
            <a:off x="3970938"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lvl1pPr>
          </a:lstStyle>
          <a:p>
            <a:pPr>
              <a:defRPr/>
            </a:pPr>
            <a:endParaRPr lang="en-US"/>
          </a:p>
        </p:txBody>
      </p:sp>
      <p:sp>
        <p:nvSpPr>
          <p:cNvPr id="3076" name="Rectangle 4"/>
          <p:cNvSpPr>
            <a:spLocks noGrp="1" noRot="1" noChangeAspect="1" noChangeArrowheads="1" noTextEdit="1"/>
          </p:cNvSpPr>
          <p:nvPr>
            <p:ph type="sldImg" idx="2"/>
          </p:nvPr>
        </p:nvSpPr>
        <p:spPr bwMode="auto">
          <a:xfrm>
            <a:off x="2378075" y="696913"/>
            <a:ext cx="225425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701040" y="4415790"/>
            <a:ext cx="5608320" cy="4183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6086" name="Rectangle 6"/>
          <p:cNvSpPr>
            <a:spLocks noGrp="1" noChangeArrowheads="1"/>
          </p:cNvSpPr>
          <p:nvPr>
            <p:ph type="ftr" sz="quarter" idx="4"/>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lvl1pPr>
          </a:lstStyle>
          <a:p>
            <a:pPr>
              <a:defRPr/>
            </a:pPr>
            <a:endParaRPr lang="en-US"/>
          </a:p>
        </p:txBody>
      </p:sp>
      <p:sp>
        <p:nvSpPr>
          <p:cNvPr id="46087" name="Rectangle 7"/>
          <p:cNvSpPr>
            <a:spLocks noGrp="1" noChangeArrowheads="1"/>
          </p:cNvSpPr>
          <p:nvPr>
            <p:ph type="sldNum" sz="quarter" idx="5"/>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lvl1pPr>
          </a:lstStyle>
          <a:p>
            <a:pPr>
              <a:defRPr/>
            </a:pPr>
            <a:fld id="{28478F9C-3C18-4211-B7ED-1D327E342B8F}" type="slidenum">
              <a:rPr lang="en-US"/>
              <a:pPr>
                <a:defRPr/>
              </a:pPr>
              <a:t>‹#›</a:t>
            </a:fld>
            <a:endParaRPr lang="en-US"/>
          </a:p>
        </p:txBody>
      </p:sp>
    </p:spTree>
    <p:extLst>
      <p:ext uri="{BB962C8B-B14F-4D97-AF65-F5344CB8AC3E}">
        <p14:creationId xmlns:p14="http://schemas.microsoft.com/office/powerpoint/2010/main" val="10726063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3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3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3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300" kern="1200">
        <a:solidFill>
          <a:schemeClr val="tx1"/>
        </a:solidFill>
        <a:latin typeface="Times New Roman" pitchFamily="18" charset="0"/>
        <a:ea typeface="+mn-ea"/>
        <a:cs typeface="+mn-cs"/>
      </a:defRPr>
    </a:lvl5pPr>
    <a:lvl6pPr marL="2286000" algn="l" defTabSz="914400" rtl="0" eaLnBrk="1" latinLnBrk="0" hangingPunct="1">
      <a:defRPr sz="1300" kern="1200">
        <a:solidFill>
          <a:schemeClr val="tx1"/>
        </a:solidFill>
        <a:latin typeface="+mn-lt"/>
        <a:ea typeface="+mn-ea"/>
        <a:cs typeface="+mn-cs"/>
      </a:defRPr>
    </a:lvl6pPr>
    <a:lvl7pPr marL="2743200" algn="l" defTabSz="914400" rtl="0" eaLnBrk="1" latinLnBrk="0" hangingPunct="1">
      <a:defRPr sz="1300" kern="1200">
        <a:solidFill>
          <a:schemeClr val="tx1"/>
        </a:solidFill>
        <a:latin typeface="+mn-lt"/>
        <a:ea typeface="+mn-ea"/>
        <a:cs typeface="+mn-cs"/>
      </a:defRPr>
    </a:lvl7pPr>
    <a:lvl8pPr marL="3200400" algn="l" defTabSz="914400" rtl="0" eaLnBrk="1" latinLnBrk="0" hangingPunct="1">
      <a:defRPr sz="1300" kern="1200">
        <a:solidFill>
          <a:schemeClr val="tx1"/>
        </a:solidFill>
        <a:latin typeface="+mn-lt"/>
        <a:ea typeface="+mn-ea"/>
        <a:cs typeface="+mn-cs"/>
      </a:defRPr>
    </a:lvl8pPr>
    <a:lvl9pPr marL="3657600"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Times New Roman" pitchFamily="18" charset="0"/>
              </a:defRPr>
            </a:lvl1pPr>
            <a:lvl2pPr marL="757066" indent="-291179" eaLnBrk="0" hangingPunct="0">
              <a:spcBef>
                <a:spcPct val="30000"/>
              </a:spcBef>
              <a:defRPr sz="1300">
                <a:solidFill>
                  <a:schemeClr val="tx1"/>
                </a:solidFill>
                <a:latin typeface="Times New Roman" pitchFamily="18" charset="0"/>
              </a:defRPr>
            </a:lvl2pPr>
            <a:lvl3pPr marL="1164717" indent="-232943" eaLnBrk="0" hangingPunct="0">
              <a:spcBef>
                <a:spcPct val="30000"/>
              </a:spcBef>
              <a:defRPr sz="1300">
                <a:solidFill>
                  <a:schemeClr val="tx1"/>
                </a:solidFill>
                <a:latin typeface="Times New Roman" pitchFamily="18" charset="0"/>
              </a:defRPr>
            </a:lvl3pPr>
            <a:lvl4pPr marL="1630604" indent="-232943" eaLnBrk="0" hangingPunct="0">
              <a:spcBef>
                <a:spcPct val="30000"/>
              </a:spcBef>
              <a:defRPr sz="1300">
                <a:solidFill>
                  <a:schemeClr val="tx1"/>
                </a:solidFill>
                <a:latin typeface="Times New Roman" pitchFamily="18" charset="0"/>
              </a:defRPr>
            </a:lvl4pPr>
            <a:lvl5pPr marL="2096491" indent="-232943" eaLnBrk="0" hangingPunct="0">
              <a:spcBef>
                <a:spcPct val="30000"/>
              </a:spcBef>
              <a:defRPr sz="1300">
                <a:solidFill>
                  <a:schemeClr val="tx1"/>
                </a:solidFill>
                <a:latin typeface="Times New Roman" pitchFamily="18" charset="0"/>
              </a:defRPr>
            </a:lvl5pPr>
            <a:lvl6pPr marL="2562377" indent="-232943" eaLnBrk="0" fontAlgn="base" hangingPunct="0">
              <a:spcBef>
                <a:spcPct val="30000"/>
              </a:spcBef>
              <a:spcAft>
                <a:spcPct val="0"/>
              </a:spcAft>
              <a:defRPr sz="1300">
                <a:solidFill>
                  <a:schemeClr val="tx1"/>
                </a:solidFill>
                <a:latin typeface="Times New Roman" pitchFamily="18" charset="0"/>
              </a:defRPr>
            </a:lvl6pPr>
            <a:lvl7pPr marL="3028264" indent="-232943" eaLnBrk="0" fontAlgn="base" hangingPunct="0">
              <a:spcBef>
                <a:spcPct val="30000"/>
              </a:spcBef>
              <a:spcAft>
                <a:spcPct val="0"/>
              </a:spcAft>
              <a:defRPr sz="1300">
                <a:solidFill>
                  <a:schemeClr val="tx1"/>
                </a:solidFill>
                <a:latin typeface="Times New Roman" pitchFamily="18" charset="0"/>
              </a:defRPr>
            </a:lvl7pPr>
            <a:lvl8pPr marL="3494151" indent="-232943" eaLnBrk="0" fontAlgn="base" hangingPunct="0">
              <a:spcBef>
                <a:spcPct val="30000"/>
              </a:spcBef>
              <a:spcAft>
                <a:spcPct val="0"/>
              </a:spcAft>
              <a:defRPr sz="1300">
                <a:solidFill>
                  <a:schemeClr val="tx1"/>
                </a:solidFill>
                <a:latin typeface="Times New Roman" pitchFamily="18" charset="0"/>
              </a:defRPr>
            </a:lvl8pPr>
            <a:lvl9pPr marL="3960038" indent="-232943" eaLnBrk="0" fontAlgn="base" hangingPunct="0">
              <a:spcBef>
                <a:spcPct val="30000"/>
              </a:spcBef>
              <a:spcAft>
                <a:spcPct val="0"/>
              </a:spcAft>
              <a:defRPr sz="1300">
                <a:solidFill>
                  <a:schemeClr val="tx1"/>
                </a:solidFill>
                <a:latin typeface="Times New Roman" pitchFamily="18" charset="0"/>
              </a:defRPr>
            </a:lvl9pPr>
          </a:lstStyle>
          <a:p>
            <a:pPr eaLnBrk="1" hangingPunct="1">
              <a:spcBef>
                <a:spcPct val="0"/>
              </a:spcBef>
            </a:pPr>
            <a:fld id="{FD3DB236-EF90-4A20-A044-7D685B2B4DFB}" type="slidenum">
              <a:rPr lang="en-US" altLang="en-US" sz="1200"/>
              <a:pPr eaLnBrk="1" hangingPunct="1">
                <a:spcBef>
                  <a:spcPct val="0"/>
                </a:spcBef>
              </a:pPr>
              <a:t>1</a:t>
            </a:fld>
            <a:endParaRPr lang="en-US" altLang="en-US" sz="120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08760" y="9657943"/>
            <a:ext cx="17099280" cy="6664113"/>
          </a:xfrm>
        </p:spPr>
        <p:txBody>
          <a:bodyPr/>
          <a:lstStyle/>
          <a:p>
            <a:r>
              <a:rPr lang="en-US"/>
              <a:t>Click to edit Master title style</a:t>
            </a:r>
          </a:p>
        </p:txBody>
      </p:sp>
      <p:sp>
        <p:nvSpPr>
          <p:cNvPr id="3" name="Subtitle 2"/>
          <p:cNvSpPr>
            <a:spLocks noGrp="1"/>
          </p:cNvSpPr>
          <p:nvPr>
            <p:ph type="subTitle" idx="1"/>
          </p:nvPr>
        </p:nvSpPr>
        <p:spPr>
          <a:xfrm>
            <a:off x="3017520" y="17617440"/>
            <a:ext cx="14081760" cy="7945120"/>
          </a:xfrm>
        </p:spPr>
        <p:txBody>
          <a:bodyPr/>
          <a:lstStyle>
            <a:lvl1pPr marL="0" indent="0" algn="ctr">
              <a:buNone/>
              <a:defRPr>
                <a:solidFill>
                  <a:schemeClr val="tx1">
                    <a:tint val="75000"/>
                  </a:schemeClr>
                </a:solidFill>
              </a:defRPr>
            </a:lvl1pPr>
            <a:lvl2pPr marL="1463040" indent="0" algn="ctr">
              <a:buNone/>
              <a:defRPr>
                <a:solidFill>
                  <a:schemeClr val="tx1">
                    <a:tint val="75000"/>
                  </a:schemeClr>
                </a:solidFill>
              </a:defRPr>
            </a:lvl2pPr>
            <a:lvl3pPr marL="2926080" indent="0" algn="ctr">
              <a:buNone/>
              <a:defRPr>
                <a:solidFill>
                  <a:schemeClr val="tx1">
                    <a:tint val="75000"/>
                  </a:schemeClr>
                </a:solidFill>
              </a:defRPr>
            </a:lvl3pPr>
            <a:lvl4pPr marL="4389120" indent="0" algn="ctr">
              <a:buNone/>
              <a:defRPr>
                <a:solidFill>
                  <a:schemeClr val="tx1">
                    <a:tint val="75000"/>
                  </a:schemeClr>
                </a:solidFill>
              </a:defRPr>
            </a:lvl4pPr>
            <a:lvl5pPr marL="5852160" indent="0" algn="ctr">
              <a:buNone/>
              <a:defRPr>
                <a:solidFill>
                  <a:schemeClr val="tx1">
                    <a:tint val="75000"/>
                  </a:schemeClr>
                </a:solidFill>
              </a:defRPr>
            </a:lvl5pPr>
            <a:lvl6pPr marL="7315200" indent="0" algn="ctr">
              <a:buNone/>
              <a:defRPr>
                <a:solidFill>
                  <a:schemeClr val="tx1">
                    <a:tint val="75000"/>
                  </a:schemeClr>
                </a:solidFill>
              </a:defRPr>
            </a:lvl6pPr>
            <a:lvl7pPr marL="8778240" indent="0" algn="ctr">
              <a:buNone/>
              <a:defRPr>
                <a:solidFill>
                  <a:schemeClr val="tx1">
                    <a:tint val="75000"/>
                  </a:schemeClr>
                </a:solidFill>
              </a:defRPr>
            </a:lvl7pPr>
            <a:lvl8pPr marL="10241280" indent="0" algn="ctr">
              <a:buNone/>
              <a:defRPr>
                <a:solidFill>
                  <a:schemeClr val="tx1">
                    <a:tint val="75000"/>
                  </a:schemeClr>
                </a:solidFill>
              </a:defRPr>
            </a:lvl8pPr>
            <a:lvl9pPr marL="1170432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EBD296D-742E-4088-9119-AE3C7BE553A8}" type="slidenum">
              <a:rPr lang="en-US"/>
              <a:pPr>
                <a:defRPr/>
              </a:pPr>
              <a:t>‹#›</a:t>
            </a:fld>
            <a:endParaRPr lang="en-US"/>
          </a:p>
        </p:txBody>
      </p:sp>
    </p:spTree>
    <p:extLst>
      <p:ext uri="{BB962C8B-B14F-4D97-AF65-F5344CB8AC3E}">
        <p14:creationId xmlns:p14="http://schemas.microsoft.com/office/powerpoint/2010/main" val="223387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8B35E5-8C35-4E76-916C-EB2C8584F3E7}" type="slidenum">
              <a:rPr lang="en-US"/>
              <a:pPr>
                <a:defRPr/>
              </a:pPr>
              <a:t>‹#›</a:t>
            </a:fld>
            <a:endParaRPr lang="en-US"/>
          </a:p>
        </p:txBody>
      </p:sp>
    </p:spTree>
    <p:extLst>
      <p:ext uri="{BB962C8B-B14F-4D97-AF65-F5344CB8AC3E}">
        <p14:creationId xmlns:p14="http://schemas.microsoft.com/office/powerpoint/2010/main" val="2589176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89089" y="19977953"/>
            <a:ext cx="17099280" cy="6174740"/>
          </a:xfrm>
        </p:spPr>
        <p:txBody>
          <a:bodyPr anchor="t"/>
          <a:lstStyle>
            <a:lvl1pPr algn="l">
              <a:defRPr sz="12800" b="1" cap="all"/>
            </a:lvl1pPr>
          </a:lstStyle>
          <a:p>
            <a:r>
              <a:rPr lang="en-US"/>
              <a:t>Click to edit Master title style</a:t>
            </a:r>
          </a:p>
        </p:txBody>
      </p:sp>
      <p:sp>
        <p:nvSpPr>
          <p:cNvPr id="3" name="Text Placeholder 2"/>
          <p:cNvSpPr>
            <a:spLocks noGrp="1"/>
          </p:cNvSpPr>
          <p:nvPr>
            <p:ph type="body" idx="1"/>
          </p:nvPr>
        </p:nvSpPr>
        <p:spPr>
          <a:xfrm>
            <a:off x="1589089" y="13177101"/>
            <a:ext cx="17099280" cy="6800848"/>
          </a:xfrm>
        </p:spPr>
        <p:txBody>
          <a:bodyPr anchor="b"/>
          <a:lstStyle>
            <a:lvl1pPr marL="0" indent="0">
              <a:buNone/>
              <a:defRPr sz="6400">
                <a:solidFill>
                  <a:schemeClr val="tx1">
                    <a:tint val="75000"/>
                  </a:schemeClr>
                </a:solidFill>
              </a:defRPr>
            </a:lvl1pPr>
            <a:lvl2pPr marL="1463040" indent="0">
              <a:buNone/>
              <a:defRPr sz="5800">
                <a:solidFill>
                  <a:schemeClr val="tx1">
                    <a:tint val="75000"/>
                  </a:schemeClr>
                </a:solidFill>
              </a:defRPr>
            </a:lvl2pPr>
            <a:lvl3pPr marL="2926080" indent="0">
              <a:buNone/>
              <a:defRPr sz="5100">
                <a:solidFill>
                  <a:schemeClr val="tx1">
                    <a:tint val="75000"/>
                  </a:schemeClr>
                </a:solidFill>
              </a:defRPr>
            </a:lvl3pPr>
            <a:lvl4pPr marL="4389120" indent="0">
              <a:buNone/>
              <a:defRPr sz="4500">
                <a:solidFill>
                  <a:schemeClr val="tx1">
                    <a:tint val="75000"/>
                  </a:schemeClr>
                </a:solidFill>
              </a:defRPr>
            </a:lvl4pPr>
            <a:lvl5pPr marL="5852160" indent="0">
              <a:buNone/>
              <a:defRPr sz="4500">
                <a:solidFill>
                  <a:schemeClr val="tx1">
                    <a:tint val="75000"/>
                  </a:schemeClr>
                </a:solidFill>
              </a:defRPr>
            </a:lvl5pPr>
            <a:lvl6pPr marL="7315200" indent="0">
              <a:buNone/>
              <a:defRPr sz="4500">
                <a:solidFill>
                  <a:schemeClr val="tx1">
                    <a:tint val="75000"/>
                  </a:schemeClr>
                </a:solidFill>
              </a:defRPr>
            </a:lvl6pPr>
            <a:lvl7pPr marL="8778240" indent="0">
              <a:buNone/>
              <a:defRPr sz="4500">
                <a:solidFill>
                  <a:schemeClr val="tx1">
                    <a:tint val="75000"/>
                  </a:schemeClr>
                </a:solidFill>
              </a:defRPr>
            </a:lvl7pPr>
            <a:lvl8pPr marL="10241280" indent="0">
              <a:buNone/>
              <a:defRPr sz="4500">
                <a:solidFill>
                  <a:schemeClr val="tx1">
                    <a:tint val="75000"/>
                  </a:schemeClr>
                </a:solidFill>
              </a:defRPr>
            </a:lvl8pPr>
            <a:lvl9pPr marL="11704320" indent="0">
              <a:buNone/>
              <a:defRPr sz="4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3B78C62-CFC1-4605-A68D-4AAC1D18640D}" type="slidenum">
              <a:rPr lang="en-US"/>
              <a:pPr>
                <a:defRPr/>
              </a:pPr>
              <a:t>‹#›</a:t>
            </a:fld>
            <a:endParaRPr lang="en-US"/>
          </a:p>
        </p:txBody>
      </p:sp>
    </p:spTree>
    <p:extLst>
      <p:ext uri="{BB962C8B-B14F-4D97-AF65-F5344CB8AC3E}">
        <p14:creationId xmlns:p14="http://schemas.microsoft.com/office/powerpoint/2010/main" val="3240375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14253" y="32888767"/>
            <a:ext cx="19746595" cy="93009720"/>
          </a:xfrm>
        </p:spPr>
        <p:txBody>
          <a:bodyPr/>
          <a:lstStyle>
            <a:lvl1pPr>
              <a:defRPr sz="9000"/>
            </a:lvl1pPr>
            <a:lvl2pPr>
              <a:defRPr sz="7700"/>
            </a:lvl2pPr>
            <a:lvl3pPr>
              <a:defRPr sz="64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96128" y="32888767"/>
            <a:ext cx="19746595" cy="93009720"/>
          </a:xfrm>
        </p:spPr>
        <p:txBody>
          <a:bodyPr/>
          <a:lstStyle>
            <a:lvl1pPr>
              <a:defRPr sz="9000"/>
            </a:lvl1pPr>
            <a:lvl2pPr>
              <a:defRPr sz="7700"/>
            </a:lvl2pPr>
            <a:lvl3pPr>
              <a:defRPr sz="64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A895EFD-C7ED-4932-98D5-7CC54C384B03}" type="slidenum">
              <a:rPr lang="en-US"/>
              <a:pPr>
                <a:defRPr/>
              </a:pPr>
              <a:t>‹#›</a:t>
            </a:fld>
            <a:endParaRPr lang="en-US"/>
          </a:p>
        </p:txBody>
      </p:sp>
    </p:spTree>
    <p:extLst>
      <p:ext uri="{BB962C8B-B14F-4D97-AF65-F5344CB8AC3E}">
        <p14:creationId xmlns:p14="http://schemas.microsoft.com/office/powerpoint/2010/main" val="817967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5840" y="1245026"/>
            <a:ext cx="18105120" cy="5181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05840" y="6959179"/>
            <a:ext cx="8888414" cy="2900254"/>
          </a:xfrm>
        </p:spPr>
        <p:txBody>
          <a:bodyPr anchor="b"/>
          <a:lstStyle>
            <a:lvl1pPr marL="0" indent="0">
              <a:buNone/>
              <a:defRPr sz="7700" b="1"/>
            </a:lvl1pPr>
            <a:lvl2pPr marL="1463040" indent="0">
              <a:buNone/>
              <a:defRPr sz="6400" b="1"/>
            </a:lvl2pPr>
            <a:lvl3pPr marL="2926080" indent="0">
              <a:buNone/>
              <a:defRPr sz="5800" b="1"/>
            </a:lvl3pPr>
            <a:lvl4pPr marL="4389120" indent="0">
              <a:buNone/>
              <a:defRPr sz="5100" b="1"/>
            </a:lvl4pPr>
            <a:lvl5pPr marL="5852160" indent="0">
              <a:buNone/>
              <a:defRPr sz="5100" b="1"/>
            </a:lvl5pPr>
            <a:lvl6pPr marL="7315200" indent="0">
              <a:buNone/>
              <a:defRPr sz="5100" b="1"/>
            </a:lvl6pPr>
            <a:lvl7pPr marL="8778240" indent="0">
              <a:buNone/>
              <a:defRPr sz="5100" b="1"/>
            </a:lvl7pPr>
            <a:lvl8pPr marL="10241280" indent="0">
              <a:buNone/>
              <a:defRPr sz="5100" b="1"/>
            </a:lvl8pPr>
            <a:lvl9pPr marL="11704320" indent="0">
              <a:buNone/>
              <a:defRPr sz="5100" b="1"/>
            </a:lvl9pPr>
          </a:lstStyle>
          <a:p>
            <a:pPr lvl="0"/>
            <a:r>
              <a:rPr lang="en-US"/>
              <a:t>Click to edit Master text styles</a:t>
            </a:r>
          </a:p>
        </p:txBody>
      </p:sp>
      <p:sp>
        <p:nvSpPr>
          <p:cNvPr id="4" name="Content Placeholder 3"/>
          <p:cNvSpPr>
            <a:spLocks noGrp="1"/>
          </p:cNvSpPr>
          <p:nvPr>
            <p:ph sz="half" idx="2"/>
          </p:nvPr>
        </p:nvSpPr>
        <p:spPr>
          <a:xfrm>
            <a:off x="1005840" y="9859433"/>
            <a:ext cx="8888414" cy="17912506"/>
          </a:xfrm>
        </p:spPr>
        <p:txBody>
          <a:bodyPr/>
          <a:lstStyle>
            <a:lvl1pPr>
              <a:defRPr sz="7700"/>
            </a:lvl1pPr>
            <a:lvl2pPr>
              <a:defRPr sz="6400"/>
            </a:lvl2pPr>
            <a:lvl3pPr>
              <a:defRPr sz="5800"/>
            </a:lvl3pPr>
            <a:lvl4pPr>
              <a:defRPr sz="5100"/>
            </a:lvl4pPr>
            <a:lvl5pPr>
              <a:defRPr sz="5100"/>
            </a:lvl5pPr>
            <a:lvl6pPr>
              <a:defRPr sz="5100"/>
            </a:lvl6pPr>
            <a:lvl7pPr>
              <a:defRPr sz="5100"/>
            </a:lvl7pPr>
            <a:lvl8pPr>
              <a:defRPr sz="5100"/>
            </a:lvl8pPr>
            <a:lvl9pPr>
              <a:defRPr sz="5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219063" y="6959179"/>
            <a:ext cx="8891905" cy="2900254"/>
          </a:xfrm>
        </p:spPr>
        <p:txBody>
          <a:bodyPr anchor="b"/>
          <a:lstStyle>
            <a:lvl1pPr marL="0" indent="0">
              <a:buNone/>
              <a:defRPr sz="7700" b="1"/>
            </a:lvl1pPr>
            <a:lvl2pPr marL="1463040" indent="0">
              <a:buNone/>
              <a:defRPr sz="6400" b="1"/>
            </a:lvl2pPr>
            <a:lvl3pPr marL="2926080" indent="0">
              <a:buNone/>
              <a:defRPr sz="5800" b="1"/>
            </a:lvl3pPr>
            <a:lvl4pPr marL="4389120" indent="0">
              <a:buNone/>
              <a:defRPr sz="5100" b="1"/>
            </a:lvl4pPr>
            <a:lvl5pPr marL="5852160" indent="0">
              <a:buNone/>
              <a:defRPr sz="5100" b="1"/>
            </a:lvl5pPr>
            <a:lvl6pPr marL="7315200" indent="0">
              <a:buNone/>
              <a:defRPr sz="5100" b="1"/>
            </a:lvl6pPr>
            <a:lvl7pPr marL="8778240" indent="0">
              <a:buNone/>
              <a:defRPr sz="5100" b="1"/>
            </a:lvl7pPr>
            <a:lvl8pPr marL="10241280" indent="0">
              <a:buNone/>
              <a:defRPr sz="5100" b="1"/>
            </a:lvl8pPr>
            <a:lvl9pPr marL="11704320" indent="0">
              <a:buNone/>
              <a:defRPr sz="5100" b="1"/>
            </a:lvl9pPr>
          </a:lstStyle>
          <a:p>
            <a:pPr lvl="0"/>
            <a:r>
              <a:rPr lang="en-US"/>
              <a:t>Click to edit Master text styles</a:t>
            </a:r>
          </a:p>
        </p:txBody>
      </p:sp>
      <p:sp>
        <p:nvSpPr>
          <p:cNvPr id="6" name="Content Placeholder 5"/>
          <p:cNvSpPr>
            <a:spLocks noGrp="1"/>
          </p:cNvSpPr>
          <p:nvPr>
            <p:ph sz="quarter" idx="4"/>
          </p:nvPr>
        </p:nvSpPr>
        <p:spPr>
          <a:xfrm>
            <a:off x="10219063" y="9859433"/>
            <a:ext cx="8891905" cy="17912506"/>
          </a:xfrm>
        </p:spPr>
        <p:txBody>
          <a:bodyPr/>
          <a:lstStyle>
            <a:lvl1pPr>
              <a:defRPr sz="7700"/>
            </a:lvl1pPr>
            <a:lvl2pPr>
              <a:defRPr sz="6400"/>
            </a:lvl2pPr>
            <a:lvl3pPr>
              <a:defRPr sz="5800"/>
            </a:lvl3pPr>
            <a:lvl4pPr>
              <a:defRPr sz="5100"/>
            </a:lvl4pPr>
            <a:lvl5pPr>
              <a:defRPr sz="5100"/>
            </a:lvl5pPr>
            <a:lvl6pPr>
              <a:defRPr sz="5100"/>
            </a:lvl6pPr>
            <a:lvl7pPr>
              <a:defRPr sz="5100"/>
            </a:lvl7pPr>
            <a:lvl8pPr>
              <a:defRPr sz="5100"/>
            </a:lvl8pPr>
            <a:lvl9pPr>
              <a:defRPr sz="5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5B6291C-9A34-4744-80C5-D78FCA9B181F}" type="slidenum">
              <a:rPr lang="en-US"/>
              <a:pPr>
                <a:defRPr/>
              </a:pPr>
              <a:t>‹#›</a:t>
            </a:fld>
            <a:endParaRPr lang="en-US"/>
          </a:p>
        </p:txBody>
      </p:sp>
    </p:spTree>
    <p:extLst>
      <p:ext uri="{BB962C8B-B14F-4D97-AF65-F5344CB8AC3E}">
        <p14:creationId xmlns:p14="http://schemas.microsoft.com/office/powerpoint/2010/main" val="1685240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67BE8777-A497-4A4D-BAED-852CF50F6137}" type="slidenum">
              <a:rPr lang="en-US"/>
              <a:pPr>
                <a:defRPr/>
              </a:pPr>
              <a:t>‹#›</a:t>
            </a:fld>
            <a:endParaRPr lang="en-US"/>
          </a:p>
        </p:txBody>
      </p:sp>
    </p:spTree>
    <p:extLst>
      <p:ext uri="{BB962C8B-B14F-4D97-AF65-F5344CB8AC3E}">
        <p14:creationId xmlns:p14="http://schemas.microsoft.com/office/powerpoint/2010/main" val="996617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C9F2E421-594F-463B-A3FA-99CA0F2F878F}" type="slidenum">
              <a:rPr lang="en-US"/>
              <a:pPr>
                <a:defRPr/>
              </a:pPr>
              <a:t>‹#›</a:t>
            </a:fld>
            <a:endParaRPr lang="en-US"/>
          </a:p>
        </p:txBody>
      </p:sp>
    </p:spTree>
    <p:extLst>
      <p:ext uri="{BB962C8B-B14F-4D97-AF65-F5344CB8AC3E}">
        <p14:creationId xmlns:p14="http://schemas.microsoft.com/office/powerpoint/2010/main" val="2117112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5848" y="1237827"/>
            <a:ext cx="6618289" cy="5267960"/>
          </a:xfrm>
        </p:spPr>
        <p:txBody>
          <a:bodyPr anchor="b"/>
          <a:lstStyle>
            <a:lvl1pPr algn="l">
              <a:defRPr sz="6400" b="1"/>
            </a:lvl1pPr>
          </a:lstStyle>
          <a:p>
            <a:r>
              <a:rPr lang="en-US"/>
              <a:t>Click to edit Master title style</a:t>
            </a:r>
          </a:p>
        </p:txBody>
      </p:sp>
      <p:sp>
        <p:nvSpPr>
          <p:cNvPr id="3" name="Content Placeholder 2"/>
          <p:cNvSpPr>
            <a:spLocks noGrp="1"/>
          </p:cNvSpPr>
          <p:nvPr>
            <p:ph idx="1"/>
          </p:nvPr>
        </p:nvSpPr>
        <p:spPr>
          <a:xfrm>
            <a:off x="7865110" y="1237829"/>
            <a:ext cx="11245850" cy="26534112"/>
          </a:xfrm>
        </p:spPr>
        <p:txBody>
          <a:bodyPr/>
          <a:lstStyle>
            <a:lvl1pPr>
              <a:defRPr sz="10200"/>
            </a:lvl1pPr>
            <a:lvl2pPr>
              <a:defRPr sz="9000"/>
            </a:lvl2pPr>
            <a:lvl3pPr>
              <a:defRPr sz="770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05848" y="6505789"/>
            <a:ext cx="6618289" cy="21266152"/>
          </a:xfrm>
        </p:spPr>
        <p:txBody>
          <a:bodyPr/>
          <a:lstStyle>
            <a:lvl1pPr marL="0" indent="0">
              <a:buNone/>
              <a:defRPr sz="4500"/>
            </a:lvl1pPr>
            <a:lvl2pPr marL="1463040" indent="0">
              <a:buNone/>
              <a:defRPr sz="3800"/>
            </a:lvl2pPr>
            <a:lvl3pPr marL="2926080" indent="0">
              <a:buNone/>
              <a:defRPr sz="3200"/>
            </a:lvl3pPr>
            <a:lvl4pPr marL="4389120" indent="0">
              <a:buNone/>
              <a:defRPr sz="2900"/>
            </a:lvl4pPr>
            <a:lvl5pPr marL="5852160" indent="0">
              <a:buNone/>
              <a:defRPr sz="2900"/>
            </a:lvl5pPr>
            <a:lvl6pPr marL="7315200" indent="0">
              <a:buNone/>
              <a:defRPr sz="2900"/>
            </a:lvl6pPr>
            <a:lvl7pPr marL="8778240" indent="0">
              <a:buNone/>
              <a:defRPr sz="2900"/>
            </a:lvl7pPr>
            <a:lvl8pPr marL="10241280" indent="0">
              <a:buNone/>
              <a:defRPr sz="2900"/>
            </a:lvl8pPr>
            <a:lvl9pPr marL="11704320" indent="0">
              <a:buNone/>
              <a:defRPr sz="2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87CD648-5B58-4563-BF5F-184EDDCF3A77}" type="slidenum">
              <a:rPr lang="en-US"/>
              <a:pPr>
                <a:defRPr/>
              </a:pPr>
              <a:t>‹#›</a:t>
            </a:fld>
            <a:endParaRPr lang="en-US"/>
          </a:p>
        </p:txBody>
      </p:sp>
    </p:spTree>
    <p:extLst>
      <p:ext uri="{BB962C8B-B14F-4D97-AF65-F5344CB8AC3E}">
        <p14:creationId xmlns:p14="http://schemas.microsoft.com/office/powerpoint/2010/main" val="2386492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43034" y="21762720"/>
            <a:ext cx="12070080" cy="2569212"/>
          </a:xfrm>
        </p:spPr>
        <p:txBody>
          <a:bodyPr anchor="b"/>
          <a:lstStyle>
            <a:lvl1pPr algn="l">
              <a:defRPr sz="6400" b="1"/>
            </a:lvl1pPr>
          </a:lstStyle>
          <a:p>
            <a:r>
              <a:rPr lang="en-US"/>
              <a:t>Click to edit Master title style</a:t>
            </a:r>
          </a:p>
        </p:txBody>
      </p:sp>
      <p:sp>
        <p:nvSpPr>
          <p:cNvPr id="3" name="Picture Placeholder 2"/>
          <p:cNvSpPr>
            <a:spLocks noGrp="1"/>
          </p:cNvSpPr>
          <p:nvPr>
            <p:ph type="pic" idx="1"/>
          </p:nvPr>
        </p:nvSpPr>
        <p:spPr>
          <a:xfrm>
            <a:off x="3943034" y="2777913"/>
            <a:ext cx="12070080" cy="18653760"/>
          </a:xfrm>
        </p:spPr>
        <p:txBody>
          <a:bodyPr rtlCol="0">
            <a:normAutofit/>
          </a:bodyPr>
          <a:lstStyle>
            <a:lvl1pPr marL="0" indent="0">
              <a:buNone/>
              <a:defRPr sz="10200"/>
            </a:lvl1pPr>
            <a:lvl2pPr marL="1463040" indent="0">
              <a:buNone/>
              <a:defRPr sz="9000"/>
            </a:lvl2pPr>
            <a:lvl3pPr marL="2926080" indent="0">
              <a:buNone/>
              <a:defRPr sz="770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pPr lvl="0"/>
            <a:endParaRPr lang="en-US" noProof="0"/>
          </a:p>
        </p:txBody>
      </p:sp>
      <p:sp>
        <p:nvSpPr>
          <p:cNvPr id="4" name="Text Placeholder 3"/>
          <p:cNvSpPr>
            <a:spLocks noGrp="1"/>
          </p:cNvSpPr>
          <p:nvPr>
            <p:ph type="body" sz="half" idx="2"/>
          </p:nvPr>
        </p:nvSpPr>
        <p:spPr>
          <a:xfrm>
            <a:off x="3943034" y="24331932"/>
            <a:ext cx="12070080" cy="3648708"/>
          </a:xfrm>
        </p:spPr>
        <p:txBody>
          <a:bodyPr/>
          <a:lstStyle>
            <a:lvl1pPr marL="0" indent="0">
              <a:buNone/>
              <a:defRPr sz="4500"/>
            </a:lvl1pPr>
            <a:lvl2pPr marL="1463040" indent="0">
              <a:buNone/>
              <a:defRPr sz="3800"/>
            </a:lvl2pPr>
            <a:lvl3pPr marL="2926080" indent="0">
              <a:buNone/>
              <a:defRPr sz="3200"/>
            </a:lvl3pPr>
            <a:lvl4pPr marL="4389120" indent="0">
              <a:buNone/>
              <a:defRPr sz="2900"/>
            </a:lvl4pPr>
            <a:lvl5pPr marL="5852160" indent="0">
              <a:buNone/>
              <a:defRPr sz="2900"/>
            </a:lvl5pPr>
            <a:lvl6pPr marL="7315200" indent="0">
              <a:buNone/>
              <a:defRPr sz="2900"/>
            </a:lvl6pPr>
            <a:lvl7pPr marL="8778240" indent="0">
              <a:buNone/>
              <a:defRPr sz="2900"/>
            </a:lvl7pPr>
            <a:lvl8pPr marL="10241280" indent="0">
              <a:buNone/>
              <a:defRPr sz="2900"/>
            </a:lvl8pPr>
            <a:lvl9pPr marL="11704320" indent="0">
              <a:buNone/>
              <a:defRPr sz="2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40C0426-185F-4F0A-B70D-306E6D5FCAFB}" type="slidenum">
              <a:rPr lang="en-US"/>
              <a:pPr>
                <a:defRPr/>
              </a:pPr>
              <a:t>‹#›</a:t>
            </a:fld>
            <a:endParaRPr lang="en-US"/>
          </a:p>
        </p:txBody>
      </p:sp>
    </p:spTree>
    <p:extLst>
      <p:ext uri="{BB962C8B-B14F-4D97-AF65-F5344CB8AC3E}">
        <p14:creationId xmlns:p14="http://schemas.microsoft.com/office/powerpoint/2010/main" val="2744495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DB26092-B62A-4301-A682-CF973F8D7016}" type="slidenum">
              <a:rPr lang="en-US"/>
              <a:pPr>
                <a:defRPr/>
              </a:pPr>
              <a:t>‹#›</a:t>
            </a:fld>
            <a:endParaRPr lang="en-US"/>
          </a:p>
        </p:txBody>
      </p:sp>
    </p:spTree>
    <p:extLst>
      <p:ext uri="{BB962C8B-B14F-4D97-AF65-F5344CB8AC3E}">
        <p14:creationId xmlns:p14="http://schemas.microsoft.com/office/powerpoint/2010/main" val="1231136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085599" y="5642193"/>
            <a:ext cx="9957116" cy="120256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14245" y="5642193"/>
            <a:ext cx="29536074" cy="120256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822902D-8924-46EB-BE43-F056CF81CBE6}" type="slidenum">
              <a:rPr lang="en-US"/>
              <a:pPr>
                <a:defRPr/>
              </a:pPr>
              <a:t>‹#›</a:t>
            </a:fld>
            <a:endParaRPr lang="en-US"/>
          </a:p>
        </p:txBody>
      </p:sp>
    </p:spTree>
    <p:extLst>
      <p:ext uri="{BB962C8B-B14F-4D97-AF65-F5344CB8AC3E}">
        <p14:creationId xmlns:p14="http://schemas.microsoft.com/office/powerpoint/2010/main" val="1736637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06475" y="1244600"/>
            <a:ext cx="1810385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92608" tIns="146304" rIns="292608" bIns="146304"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1006475" y="7254875"/>
            <a:ext cx="18103850" cy="2051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92608" tIns="146304" rIns="292608" bIns="14630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1006475" y="28814713"/>
            <a:ext cx="4692650" cy="1655762"/>
          </a:xfrm>
          <a:prstGeom prst="rect">
            <a:avLst/>
          </a:prstGeom>
        </p:spPr>
        <p:txBody>
          <a:bodyPr vert="horz" lIns="292608" tIns="146304" rIns="292608" bIns="146304" rtlCol="0" anchor="ctr"/>
          <a:lstStyle>
            <a:lvl1pPr algn="l">
              <a:defRPr sz="38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6873875" y="28814713"/>
            <a:ext cx="6369050" cy="1655762"/>
          </a:xfrm>
          <a:prstGeom prst="rect">
            <a:avLst/>
          </a:prstGeom>
        </p:spPr>
        <p:txBody>
          <a:bodyPr vert="horz" lIns="292608" tIns="146304" rIns="292608" bIns="146304" rtlCol="0" anchor="ctr"/>
          <a:lstStyle>
            <a:lvl1pPr algn="ctr">
              <a:defRPr sz="38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14417675" y="28814713"/>
            <a:ext cx="4692650" cy="1655762"/>
          </a:xfrm>
          <a:prstGeom prst="rect">
            <a:avLst/>
          </a:prstGeom>
        </p:spPr>
        <p:txBody>
          <a:bodyPr vert="horz" lIns="292608" tIns="146304" rIns="292608" bIns="146304" rtlCol="0" anchor="ctr"/>
          <a:lstStyle>
            <a:lvl1pPr algn="r">
              <a:defRPr sz="3800">
                <a:solidFill>
                  <a:schemeClr val="tx1">
                    <a:tint val="75000"/>
                  </a:schemeClr>
                </a:solidFill>
              </a:defRPr>
            </a:lvl1pPr>
          </a:lstStyle>
          <a:p>
            <a:pPr>
              <a:defRPr/>
            </a:pPr>
            <a:fld id="{41E85447-0EC7-4D53-98AE-62DF910D8AE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2925763" rtl="0" eaLnBrk="0" fontAlgn="base" hangingPunct="0">
        <a:spcBef>
          <a:spcPct val="0"/>
        </a:spcBef>
        <a:spcAft>
          <a:spcPct val="0"/>
        </a:spcAft>
        <a:defRPr sz="14100" kern="1200">
          <a:solidFill>
            <a:schemeClr val="tx1"/>
          </a:solidFill>
          <a:latin typeface="+mj-lt"/>
          <a:ea typeface="+mj-ea"/>
          <a:cs typeface="+mj-cs"/>
        </a:defRPr>
      </a:lvl1pPr>
      <a:lvl2pPr algn="ctr" defTabSz="2925763" rtl="0" eaLnBrk="0" fontAlgn="base" hangingPunct="0">
        <a:spcBef>
          <a:spcPct val="0"/>
        </a:spcBef>
        <a:spcAft>
          <a:spcPct val="0"/>
        </a:spcAft>
        <a:defRPr sz="14100">
          <a:solidFill>
            <a:schemeClr val="tx1"/>
          </a:solidFill>
          <a:latin typeface="Calibri" pitchFamily="34" charset="0"/>
        </a:defRPr>
      </a:lvl2pPr>
      <a:lvl3pPr algn="ctr" defTabSz="2925763" rtl="0" eaLnBrk="0" fontAlgn="base" hangingPunct="0">
        <a:spcBef>
          <a:spcPct val="0"/>
        </a:spcBef>
        <a:spcAft>
          <a:spcPct val="0"/>
        </a:spcAft>
        <a:defRPr sz="14100">
          <a:solidFill>
            <a:schemeClr val="tx1"/>
          </a:solidFill>
          <a:latin typeface="Calibri" pitchFamily="34" charset="0"/>
        </a:defRPr>
      </a:lvl3pPr>
      <a:lvl4pPr algn="ctr" defTabSz="2925763" rtl="0" eaLnBrk="0" fontAlgn="base" hangingPunct="0">
        <a:spcBef>
          <a:spcPct val="0"/>
        </a:spcBef>
        <a:spcAft>
          <a:spcPct val="0"/>
        </a:spcAft>
        <a:defRPr sz="14100">
          <a:solidFill>
            <a:schemeClr val="tx1"/>
          </a:solidFill>
          <a:latin typeface="Calibri" pitchFamily="34" charset="0"/>
        </a:defRPr>
      </a:lvl4pPr>
      <a:lvl5pPr algn="ctr" defTabSz="2925763" rtl="0" eaLnBrk="0" fontAlgn="base" hangingPunct="0">
        <a:spcBef>
          <a:spcPct val="0"/>
        </a:spcBef>
        <a:spcAft>
          <a:spcPct val="0"/>
        </a:spcAft>
        <a:defRPr sz="14100">
          <a:solidFill>
            <a:schemeClr val="tx1"/>
          </a:solidFill>
          <a:latin typeface="Calibri" pitchFamily="34" charset="0"/>
        </a:defRPr>
      </a:lvl5pPr>
      <a:lvl6pPr marL="457200" algn="ctr" defTabSz="2925763" rtl="0" fontAlgn="base">
        <a:spcBef>
          <a:spcPct val="0"/>
        </a:spcBef>
        <a:spcAft>
          <a:spcPct val="0"/>
        </a:spcAft>
        <a:defRPr sz="14100">
          <a:solidFill>
            <a:schemeClr val="tx1"/>
          </a:solidFill>
          <a:latin typeface="Calibri" pitchFamily="34" charset="0"/>
        </a:defRPr>
      </a:lvl6pPr>
      <a:lvl7pPr marL="914400" algn="ctr" defTabSz="2925763" rtl="0" fontAlgn="base">
        <a:spcBef>
          <a:spcPct val="0"/>
        </a:spcBef>
        <a:spcAft>
          <a:spcPct val="0"/>
        </a:spcAft>
        <a:defRPr sz="14100">
          <a:solidFill>
            <a:schemeClr val="tx1"/>
          </a:solidFill>
          <a:latin typeface="Calibri" pitchFamily="34" charset="0"/>
        </a:defRPr>
      </a:lvl7pPr>
      <a:lvl8pPr marL="1371600" algn="ctr" defTabSz="2925763" rtl="0" fontAlgn="base">
        <a:spcBef>
          <a:spcPct val="0"/>
        </a:spcBef>
        <a:spcAft>
          <a:spcPct val="0"/>
        </a:spcAft>
        <a:defRPr sz="14100">
          <a:solidFill>
            <a:schemeClr val="tx1"/>
          </a:solidFill>
          <a:latin typeface="Calibri" pitchFamily="34" charset="0"/>
        </a:defRPr>
      </a:lvl8pPr>
      <a:lvl9pPr marL="1828800" algn="ctr" defTabSz="2925763" rtl="0" fontAlgn="base">
        <a:spcBef>
          <a:spcPct val="0"/>
        </a:spcBef>
        <a:spcAft>
          <a:spcPct val="0"/>
        </a:spcAft>
        <a:defRPr sz="14100">
          <a:solidFill>
            <a:schemeClr val="tx1"/>
          </a:solidFill>
          <a:latin typeface="Calibri" pitchFamily="34" charset="0"/>
        </a:defRPr>
      </a:lvl9pPr>
    </p:titleStyle>
    <p:bodyStyle>
      <a:lvl1pPr marL="1096963" indent="-1096963" algn="l" defTabSz="2925763" rtl="0" eaLnBrk="0" fontAlgn="base" hangingPunct="0">
        <a:spcBef>
          <a:spcPct val="20000"/>
        </a:spcBef>
        <a:spcAft>
          <a:spcPct val="0"/>
        </a:spcAft>
        <a:buFont typeface="Arial" charset="0"/>
        <a:buChar char="•"/>
        <a:defRPr sz="10200" kern="1200">
          <a:solidFill>
            <a:schemeClr val="tx1"/>
          </a:solidFill>
          <a:latin typeface="+mn-lt"/>
          <a:ea typeface="+mn-ea"/>
          <a:cs typeface="+mn-cs"/>
        </a:defRPr>
      </a:lvl1pPr>
      <a:lvl2pPr marL="2376488" indent="-914400" algn="l" defTabSz="2925763" rtl="0" eaLnBrk="0" fontAlgn="base" hangingPunct="0">
        <a:spcBef>
          <a:spcPct val="20000"/>
        </a:spcBef>
        <a:spcAft>
          <a:spcPct val="0"/>
        </a:spcAft>
        <a:buFont typeface="Arial" charset="0"/>
        <a:buChar char="–"/>
        <a:defRPr sz="9000" kern="1200">
          <a:solidFill>
            <a:schemeClr val="tx1"/>
          </a:solidFill>
          <a:latin typeface="+mn-lt"/>
          <a:ea typeface="+mn-ea"/>
          <a:cs typeface="+mn-cs"/>
        </a:defRPr>
      </a:lvl2pPr>
      <a:lvl3pPr marL="3657600" indent="-730250" algn="l" defTabSz="2925763" rtl="0" eaLnBrk="0" fontAlgn="base" hangingPunct="0">
        <a:spcBef>
          <a:spcPct val="20000"/>
        </a:spcBef>
        <a:spcAft>
          <a:spcPct val="0"/>
        </a:spcAft>
        <a:buFont typeface="Arial" charset="0"/>
        <a:buChar char="•"/>
        <a:defRPr sz="7700" kern="1200">
          <a:solidFill>
            <a:schemeClr val="tx1"/>
          </a:solidFill>
          <a:latin typeface="+mn-lt"/>
          <a:ea typeface="+mn-ea"/>
          <a:cs typeface="+mn-cs"/>
        </a:defRPr>
      </a:lvl3pPr>
      <a:lvl4pPr marL="5119688" indent="-730250" algn="l" defTabSz="2925763" rtl="0" eaLnBrk="0" fontAlgn="base" hangingPunct="0">
        <a:spcBef>
          <a:spcPct val="20000"/>
        </a:spcBef>
        <a:spcAft>
          <a:spcPct val="0"/>
        </a:spcAft>
        <a:buFont typeface="Arial" charset="0"/>
        <a:buChar char="–"/>
        <a:defRPr sz="6400" kern="1200">
          <a:solidFill>
            <a:schemeClr val="tx1"/>
          </a:solidFill>
          <a:latin typeface="+mn-lt"/>
          <a:ea typeface="+mn-ea"/>
          <a:cs typeface="+mn-cs"/>
        </a:defRPr>
      </a:lvl4pPr>
      <a:lvl5pPr marL="6583363" indent="-730250" algn="l" defTabSz="2925763" rtl="0" eaLnBrk="0" fontAlgn="base" hangingPunct="0">
        <a:spcBef>
          <a:spcPct val="20000"/>
        </a:spcBef>
        <a:spcAft>
          <a:spcPct val="0"/>
        </a:spcAft>
        <a:buFont typeface="Arial" charset="0"/>
        <a:buChar char="»"/>
        <a:defRPr sz="6400" kern="1200">
          <a:solidFill>
            <a:schemeClr val="tx1"/>
          </a:solidFill>
          <a:latin typeface="+mn-lt"/>
          <a:ea typeface="+mn-ea"/>
          <a:cs typeface="+mn-cs"/>
        </a:defRPr>
      </a:lvl5pPr>
      <a:lvl6pPr marL="8046720" indent="-731520" algn="l" defTabSz="2926080"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6pPr>
      <a:lvl7pPr marL="9509760" indent="-731520" algn="l" defTabSz="2926080"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7pPr>
      <a:lvl8pPr marL="10972800" indent="-731520" algn="l" defTabSz="2926080"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8pPr>
      <a:lvl9pPr marL="12435840" indent="-731520" algn="l" defTabSz="2926080"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9pPr>
    </p:bodyStyle>
    <p:otherStyle>
      <a:defPPr>
        <a:defRPr lang="en-US"/>
      </a:defPPr>
      <a:lvl1pPr marL="0" algn="l" defTabSz="2926080" rtl="0" eaLnBrk="1" latinLnBrk="0" hangingPunct="1">
        <a:defRPr sz="5800" kern="1200">
          <a:solidFill>
            <a:schemeClr val="tx1"/>
          </a:solidFill>
          <a:latin typeface="+mn-lt"/>
          <a:ea typeface="+mn-ea"/>
          <a:cs typeface="+mn-cs"/>
        </a:defRPr>
      </a:lvl1pPr>
      <a:lvl2pPr marL="1463040" algn="l" defTabSz="2926080" rtl="0" eaLnBrk="1" latinLnBrk="0" hangingPunct="1">
        <a:defRPr sz="5800" kern="1200">
          <a:solidFill>
            <a:schemeClr val="tx1"/>
          </a:solidFill>
          <a:latin typeface="+mn-lt"/>
          <a:ea typeface="+mn-ea"/>
          <a:cs typeface="+mn-cs"/>
        </a:defRPr>
      </a:lvl2pPr>
      <a:lvl3pPr marL="2926080" algn="l" defTabSz="2926080" rtl="0" eaLnBrk="1" latinLnBrk="0" hangingPunct="1">
        <a:defRPr sz="5800" kern="1200">
          <a:solidFill>
            <a:schemeClr val="tx1"/>
          </a:solidFill>
          <a:latin typeface="+mn-lt"/>
          <a:ea typeface="+mn-ea"/>
          <a:cs typeface="+mn-cs"/>
        </a:defRPr>
      </a:lvl3pPr>
      <a:lvl4pPr marL="4389120" algn="l" defTabSz="2926080" rtl="0" eaLnBrk="1" latinLnBrk="0" hangingPunct="1">
        <a:defRPr sz="5800" kern="1200">
          <a:solidFill>
            <a:schemeClr val="tx1"/>
          </a:solidFill>
          <a:latin typeface="+mn-lt"/>
          <a:ea typeface="+mn-ea"/>
          <a:cs typeface="+mn-cs"/>
        </a:defRPr>
      </a:lvl4pPr>
      <a:lvl5pPr marL="5852160" algn="l" defTabSz="2926080" rtl="0" eaLnBrk="1" latinLnBrk="0" hangingPunct="1">
        <a:defRPr sz="5800" kern="1200">
          <a:solidFill>
            <a:schemeClr val="tx1"/>
          </a:solidFill>
          <a:latin typeface="+mn-lt"/>
          <a:ea typeface="+mn-ea"/>
          <a:cs typeface="+mn-cs"/>
        </a:defRPr>
      </a:lvl5pPr>
      <a:lvl6pPr marL="7315200" algn="l" defTabSz="2926080" rtl="0" eaLnBrk="1" latinLnBrk="0" hangingPunct="1">
        <a:defRPr sz="5800" kern="1200">
          <a:solidFill>
            <a:schemeClr val="tx1"/>
          </a:solidFill>
          <a:latin typeface="+mn-lt"/>
          <a:ea typeface="+mn-ea"/>
          <a:cs typeface="+mn-cs"/>
        </a:defRPr>
      </a:lvl6pPr>
      <a:lvl7pPr marL="8778240" algn="l" defTabSz="2926080" rtl="0" eaLnBrk="1" latinLnBrk="0" hangingPunct="1">
        <a:defRPr sz="5800" kern="1200">
          <a:solidFill>
            <a:schemeClr val="tx1"/>
          </a:solidFill>
          <a:latin typeface="+mn-lt"/>
          <a:ea typeface="+mn-ea"/>
          <a:cs typeface="+mn-cs"/>
        </a:defRPr>
      </a:lvl7pPr>
      <a:lvl8pPr marL="10241280" algn="l" defTabSz="2926080" rtl="0" eaLnBrk="1" latinLnBrk="0" hangingPunct="1">
        <a:defRPr sz="5800" kern="1200">
          <a:solidFill>
            <a:schemeClr val="tx1"/>
          </a:solidFill>
          <a:latin typeface="+mn-lt"/>
          <a:ea typeface="+mn-ea"/>
          <a:cs typeface="+mn-cs"/>
        </a:defRPr>
      </a:lvl8pPr>
      <a:lvl9pPr marL="11704320" algn="l" defTabSz="2926080"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4.jpe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png"/><Relationship Id="rId5" Type="http://schemas.microsoft.com/office/2007/relationships/hdphoto" Target="../media/hdphoto1.wdp"/><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62ACA4C2-E8C5-0475-D370-CF9527FDE4E1}"/>
              </a:ext>
            </a:extLst>
          </p:cNvPr>
          <p:cNvSpPr/>
          <p:nvPr/>
        </p:nvSpPr>
        <p:spPr>
          <a:xfrm>
            <a:off x="419101" y="334328"/>
            <a:ext cx="19354800" cy="30374131"/>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EDDDF878-086D-5C0A-F898-2B8FA123783E}"/>
              </a:ext>
            </a:extLst>
          </p:cNvPr>
          <p:cNvSpPr/>
          <p:nvPr/>
        </p:nvSpPr>
        <p:spPr>
          <a:xfrm>
            <a:off x="419100" y="334327"/>
            <a:ext cx="19389109" cy="317087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9E7BE167-9DFD-B46C-A45E-DBED909A79E0}"/>
              </a:ext>
            </a:extLst>
          </p:cNvPr>
          <p:cNvSpPr/>
          <p:nvPr/>
        </p:nvSpPr>
        <p:spPr>
          <a:xfrm>
            <a:off x="384792" y="15622651"/>
            <a:ext cx="12954000" cy="114743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2435" y="482137"/>
            <a:ext cx="4423607" cy="17204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descr="C:\Users\arico\AppData\Local\Microsoft\Windows\Temporary Internet Files\Content.Outlook\OTE0PDFT\CETA DESIGN EXPO F 2017 - Jpeg-RGB-web or video.jpg"/>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3346" b="96283" l="372" r="99257">
                        <a14:foregroundMark x1="8302" y1="39033" x2="17224" y2="13507"/>
                        <a14:foregroundMark x1="17224" y1="13507" x2="26621" y2="6571"/>
                        <a14:foregroundMark x1="36973" y1="2704" x2="76208" y2="9542"/>
                        <a14:foregroundMark x1="78089" y1="11830" x2="89963" y2="26270"/>
                        <a14:foregroundMark x1="89963" y1="26270" x2="91450" y2="69269"/>
                        <a14:foregroundMark x1="91450" y1="69269" x2="83559" y2="84458"/>
                        <a14:foregroundMark x1="72813" y1="93443" x2="57373" y2="97770"/>
                        <a14:foregroundMark x1="57373" y1="97770" x2="25351" y2="92675"/>
                        <a14:foregroundMark x1="20387" y1="89129" x2="17226" y2="86586"/>
                        <a14:foregroundMark x1="21147" y1="89740" x2="20583" y2="89286"/>
                        <a14:foregroundMark x1="7236" y1="74964" x2="4461" y2="42007"/>
                        <a14:foregroundMark x1="4461" y1="42007" x2="11400" y2="33457"/>
                        <a14:foregroundMark x1="69765" y1="8674" x2="48203" y2="1859"/>
                        <a14:foregroundMark x1="48203" y1="1859" x2="27881" y2="7311"/>
                        <a14:foregroundMark x1="27881" y1="7311" x2="14994" y2="28129"/>
                        <a14:foregroundMark x1="14994" y1="28129" x2="10285" y2="56629"/>
                        <a14:foregroundMark x1="10285" y1="56629" x2="21685" y2="84139"/>
                        <a14:foregroundMark x1="21685" y1="84139" x2="52045" y2="85254"/>
                        <a14:foregroundMark x1="52045" y1="85254" x2="76580" y2="76580"/>
                        <a14:foregroundMark x1="76580" y1="76580" x2="86865" y2="62949"/>
                        <a14:foregroundMark x1="86865" y1="62949" x2="90087" y2="41760"/>
                        <a14:foregroundMark x1="90087" y1="41760" x2="81041" y2="17844"/>
                        <a14:foregroundMark x1="73318" y1="10835" x2="66295" y2="4461"/>
                        <a14:foregroundMark x1="81041" y1="17844" x2="74832" y2="12209"/>
                        <a14:foregroundMark x1="66295" y1="4461" x2="54275" y2="8055"/>
                        <a14:foregroundMark x1="74102" y1="42751" x2="49566" y2="47460"/>
                        <a14:foregroundMark x1="49566" y1="47460" x2="25774" y2="80793"/>
                        <a14:foregroundMark x1="25774" y1="80793" x2="38786" y2="96778"/>
                        <a14:foregroundMark x1="38786" y1="96778" x2="60967" y2="92813"/>
                        <a14:foregroundMark x1="60967" y1="92813" x2="89368" y2="76790"/>
                        <a14:foregroundMark x1="99294" y1="52667" x2="99504" y2="50186"/>
                        <a14:foregroundMark x1="98811" y1="58371" x2="98982" y2="56353"/>
                        <a14:foregroundMark x1="97822" y1="70038" x2="97880" y2="69357"/>
                        <a14:foregroundMark x1="97775" y1="70595" x2="97818" y2="70093"/>
                        <a14:foregroundMark x1="95167" y1="51425" x2="87043" y2="81078"/>
                        <a14:foregroundMark x1="73163" y1="93771" x2="27014" y2="79926"/>
                        <a14:foregroundMark x1="70384" y1="95415" x2="31970" y2="91078"/>
                        <a14:foregroundMark x1="54275" y1="94176" x2="25153" y2="92393"/>
                        <a14:foregroundMark x1="1368" y1="62622" x2="1487" y2="60719"/>
                        <a14:foregroundMark x1="28872" y1="83024" x2="12392" y2="77447"/>
                        <a14:foregroundMark x1="10441" y1="74720" x2="5325" y2="67569"/>
                        <a14:foregroundMark x1="12392" y1="77447" x2="10957" y2="75441"/>
                        <a14:foregroundMark x1="867" y1="61338" x2="1487" y2="60719"/>
                        <a14:foregroundMark x1="18835" y1="78686" x2="8550" y2="51053"/>
                        <a14:foregroundMark x1="8550" y1="51053" x2="30235" y2="34201"/>
                        <a14:foregroundMark x1="30235" y1="34201" x2="52045" y2="33086"/>
                        <a14:foregroundMark x1="52045" y1="33086" x2="71995" y2="48203"/>
                        <a14:foregroundMark x1="71995" y1="48203" x2="34820" y2="51797"/>
                        <a14:foregroundMark x1="34820" y1="51797" x2="26394" y2="41512"/>
                        <a14:foregroundMark x1="48699" y1="45229" x2="98265" y2="56382"/>
                        <a14:foregroundMark x1="90211" y1="42131" x2="23916" y2="49566"/>
                        <a14:foregroundMark x1="9542" y1="40892" x2="83643" y2="32590"/>
                        <a14:foregroundMark x1="83643" y1="32590" x2="93185" y2="44610"/>
                        <a14:foregroundMark x1="93185" y1="44610" x2="71871" y2="58240"/>
                        <a14:foregroundMark x1="71871" y1="58240" x2="31103" y2="57373"/>
                        <a14:foregroundMark x1="31103" y1="57373" x2="19455" y2="48327"/>
                        <a14:foregroundMark x1="19455" y1="48327" x2="15737" y2="42751"/>
                        <a14:foregroundMark x1="15737" y1="42751" x2="59603" y2="40025"/>
                        <a14:foregroundMark x1="59603" y1="40025" x2="97026" y2="41388"/>
                        <a14:foregroundMark x1="97026" y1="41388" x2="83767" y2="51797"/>
                        <a14:foregroundMark x1="83767" y1="51797" x2="52045" y2="57001"/>
                        <a14:foregroundMark x1="52045" y1="57001" x2="31103" y2="49442"/>
                        <a14:foregroundMark x1="31103" y1="49442" x2="20694" y2="42131"/>
                        <a14:foregroundMark x1="22057" y1="42131" x2="52045" y2="44610"/>
                        <a14:foregroundMark x1="52045" y1="44610" x2="45601" y2="45229"/>
                        <a14:foregroundMark x1="24535" y1="19083" x2="52045" y2="20446"/>
                        <a14:foregroundMark x1="52045" y1="20446" x2="20694" y2="27138"/>
                        <a14:foregroundMark x1="20694" y1="27138" x2="26518" y2="20942"/>
                        <a14:foregroundMark x1="30235" y1="21437" x2="57001" y2="22057"/>
                        <a14:foregroundMark x1="57001" y1="22057" x2="73234" y2="29492"/>
                        <a14:foregroundMark x1="73234" y1="29492" x2="38166" y2="28253"/>
                        <a14:foregroundMark x1="38166" y1="28253" x2="31970" y2="22800"/>
                        <a14:foregroundMark x1="87485" y1="66667" x2="61586" y2="78067"/>
                        <a14:foregroundMark x1="61586" y1="78067" x2="43866" y2="77943"/>
                        <a14:foregroundMark x1="43866" y1="77943" x2="25155" y2="66914"/>
                        <a14:foregroundMark x1="25155" y1="66914" x2="16729" y2="53036"/>
                        <a14:foregroundMark x1="16729" y1="53036" x2="24040" y2="29492"/>
                        <a14:foregroundMark x1="24040" y1="29492" x2="46221" y2="23668"/>
                        <a14:foregroundMark x1="46221" y1="23668" x2="72119" y2="25279"/>
                        <a14:foregroundMark x1="72119" y1="25279" x2="85378" y2="40397"/>
                        <a14:foregroundMark x1="85378" y1="40397" x2="86989" y2="67038"/>
                        <a14:foregroundMark x1="86989" y1="67038" x2="41512" y2="59356"/>
                        <a14:foregroundMark x1="41512" y1="59356" x2="46344" y2="42875"/>
                        <a14:foregroundMark x1="46344" y1="42875" x2="71623" y2="42131"/>
                        <a14:foregroundMark x1="71623" y1="42131" x2="80917" y2="56629"/>
                        <a14:foregroundMark x1="80917" y1="56629" x2="78191" y2="60719"/>
                        <a14:foregroundMark x1="78191" y1="60719" x2="71128" y2="45477"/>
                        <a14:foregroundMark x1="71128" y1="45477" x2="80297" y2="32714"/>
                        <a14:foregroundMark x1="80297" y1="32714" x2="88848" y2="46097"/>
                        <a14:foregroundMark x1="88848" y1="46097" x2="75960" y2="59851"/>
                        <a14:foregroundMark x1="75960" y1="59851" x2="71995" y2="62082"/>
                        <a14:foregroundMark x1="76332" y1="53656" x2="78439" y2="38786"/>
                        <a14:foregroundMark x1="78439" y1="38786" x2="76580" y2="53408"/>
                        <a14:foregroundMark x1="76580" y1="53408" x2="75589" y2="54151"/>
                        <a14:foregroundMark x1="82404" y1="46221" x2="30235" y2="36059"/>
                        <a14:foregroundMark x1="30235" y1="36059" x2="37794" y2="58488"/>
                        <a14:foregroundMark x1="37794" y1="58488" x2="46716" y2="59356"/>
                        <a14:foregroundMark x1="43866" y1="47584" x2="25774" y2="56382"/>
                        <a14:foregroundMark x1="25774" y1="56382" x2="11096" y2="77269"/>
                        <a14:foregroundMark x1="16939" y1="82458" x2="28253" y2="87361"/>
                        <a14:foregroundMark x1="28253" y1="87361" x2="68030" y2="78563"/>
                        <a14:foregroundMark x1="68030" y1="78563" x2="48203" y2="51673"/>
                        <a14:foregroundMark x1="48203" y1="51673" x2="33086" y2="45973"/>
                        <a14:foregroundMark x1="33086" y1="45973" x2="32962" y2="45973"/>
                        <a14:foregroundMark x1="77200" y1="62577" x2="31722" y2="63941"/>
                        <a14:foregroundMark x1="31722" y1="63941" x2="58736" y2="79430"/>
                        <a14:foregroundMark x1="58736" y1="79430" x2="83147" y2="76208"/>
                        <a14:foregroundMark x1="83147" y1="76208" x2="75589" y2="66667"/>
                        <a14:foregroundMark x1="74721" y1="65304" x2="57001" y2="62701"/>
                        <a14:foregroundMark x1="57001" y1="62701" x2="44362" y2="71375"/>
                        <a14:foregroundMark x1="44362" y1="71375" x2="71004" y2="70012"/>
                        <a14:foregroundMark x1="71004" y1="70012" x2="79058" y2="65428"/>
                        <a14:foregroundMark x1="77943" y1="62701" x2="62825" y2="68773"/>
                        <a14:foregroundMark x1="62825" y1="68773" x2="77447" y2="74721"/>
                        <a14:foregroundMark x1="77447" y1="74721" x2="78315" y2="74102"/>
                        <a14:foregroundMark x1="77447" y1="70012" x2="19207" y2="76084"/>
                        <a14:foregroundMark x1="19207" y1="76084" x2="36431" y2="83271"/>
                        <a14:foregroundMark x1="36431" y1="83271" x2="45849" y2="80297"/>
                        <a14:foregroundMark x1="36803" y1="74845" x2="37051" y2="71128"/>
                        <a14:foregroundMark x1="24907" y1="65428" x2="39901" y2="85502"/>
                        <a14:foregroundMark x1="39901" y1="85502" x2="25651" y2="75465"/>
                        <a14:foregroundMark x1="25651" y1="75465" x2="20818" y2="77695"/>
                        <a14:foregroundMark x1="15861" y1="74845" x2="8302" y2="39033"/>
                        <a14:foregroundMark x1="8302" y1="39033" x2="5452" y2="68030"/>
                        <a14:foregroundMark x1="5452" y1="68030" x2="15985" y2="79058"/>
                        <a14:foregroundMark x1="15985" y1="79058" x2="17720" y2="79058"/>
                        <a14:foregroundMark x1="16481" y1="65304" x2="3594" y2="57993"/>
                        <a14:foregroundMark x1="3594" y1="57993" x2="17348" y2="73730"/>
                        <a14:foregroundMark x1="17348" y1="73730" x2="24287" y2="63693"/>
                        <a14:foregroundMark x1="40644" y1="53160" x2="65551" y2="45353"/>
                        <a14:foregroundMark x1="65551" y1="45353" x2="85378" y2="32714"/>
                        <a14:foregroundMark x1="85378" y1="32714" x2="75465" y2="18835"/>
                        <a14:foregroundMark x1="75465" y1="18835" x2="56010" y2="15985"/>
                        <a14:foregroundMark x1="56010" y1="15985" x2="37299" y2="25155"/>
                        <a14:foregroundMark x1="37299" y1="25155" x2="48079" y2="44238"/>
                        <a14:foregroundMark x1="48079" y1="44238" x2="62206" y2="53036"/>
                        <a14:foregroundMark x1="74102" y1="35440" x2="62577" y2="12515"/>
                        <a14:foregroundMark x1="62577" y1="12515" x2="54647" y2="29492"/>
                        <a14:foregroundMark x1="54647" y1="29492" x2="74721" y2="31846"/>
                        <a14:foregroundMark x1="74721" y1="31846" x2="78191" y2="28253"/>
                        <a14:foregroundMark x1="76580" y1="25279" x2="51177" y2="34077"/>
                        <a14:foregroundMark x1="51177" y1="34077" x2="74473" y2="33333"/>
                        <a14:foregroundMark x1="74473" y1="33333" x2="81041" y2="31103"/>
                        <a14:foregroundMark x1="61090" y1="24287" x2="38538" y2="23296"/>
                        <a14:foregroundMark x1="38538" y1="23296" x2="24411" y2="30855"/>
                        <a14:foregroundMark x1="24411" y1="30855" x2="45849" y2="32962"/>
                        <a14:foregroundMark x1="43371" y1="30235" x2="31722" y2="40892"/>
                        <a14:foregroundMark x1="31722" y1="40892" x2="44610" y2="33457"/>
                        <a14:foregroundMark x1="44610" y1="33457" x2="45353" y2="26890"/>
                        <a14:foregroundMark x1="42627" y1="32714" x2="43990" y2="28377"/>
                        <a14:foregroundMark x1="34077" y1="21190" x2="21066" y2="28129"/>
                        <a14:foregroundMark x1="21066" y1="28129" x2="37918" y2="37794"/>
                        <a14:foregroundMark x1="37918" y1="37794" x2="30855" y2="26642"/>
                        <a14:foregroundMark x1="22181" y1="17720" x2="35676" y2="4107"/>
                        <a14:foregroundMark x1="37581" y1="3572" x2="57249" y2="7435"/>
                        <a14:foregroundMark x1="57249" y1="7435" x2="39157" y2="17844"/>
                        <a14:foregroundMark x1="39157" y1="17844" x2="21561" y2="19579"/>
                        <a14:foregroundMark x1="31599" y1="11152" x2="46840" y2="5328"/>
                        <a14:foregroundMark x1="46840" y1="5328" x2="35936" y2="15118"/>
                        <a14:foregroundMark x1="35936" y1="15118" x2="28996" y2="15242"/>
                        <a14:foregroundMark x1="58116" y1="9789" x2="72599" y2="9789"/>
                        <a14:foregroundMark x1="73219" y1="10691" x2="66295" y2="11276"/>
                        <a14:foregroundMark x1="66295" y1="11276" x2="61338" y2="10037"/>
                        <a14:foregroundMark x1="69021" y1="12020" x2="82528" y2="17720"/>
                        <a14:foregroundMark x1="82528" y1="17720" x2="90087" y2="30855"/>
                        <a14:foregroundMark x1="90087" y1="30855" x2="82404" y2="22305"/>
                        <a14:foregroundMark x1="91078" y1="36183" x2="87361" y2="73482"/>
                        <a14:foregroundMark x1="87361" y1="73482" x2="85874" y2="74969"/>
                        <a14:foregroundMark x1="90458" y1="71871" x2="88600" y2="72986"/>
                        <a14:foregroundMark x1="35424" y1="3804" x2="40149" y2="3470"/>
                        <a14:foregroundMark x1="78810" y1="11400" x2="72491" y2="8426"/>
                        <a14:foregroundMark x1="77943" y1="10905" x2="75217" y2="7311"/>
                        <a14:foregroundMark x1="81537" y1="12268" x2="74721" y2="8426"/>
                        <a14:foregroundMark x1="79554" y1="12763" x2="70384" y2="10657"/>
                        <a14:foregroundMark x1="81041" y1="25651" x2="49318" y2="25898"/>
                        <a14:foregroundMark x1="73606" y1="31103" x2="46716" y2="28005"/>
                        <a14:foregroundMark x1="71499" y1="24287" x2="51177" y2="28129"/>
                        <a14:foregroundMark x1="51177" y1="28129" x2="72862" y2="33457"/>
                        <a14:foregroundMark x1="72862" y1="33457" x2="74969" y2="32590"/>
                        <a14:foregroundMark x1="25403" y1="91574" x2="13631" y2="81413"/>
                        <a14:foregroundMark x1="13631" y1="81413" x2="3965" y2="65551"/>
                        <a14:foregroundMark x1="3965" y1="65551" x2="1115" y2="53408"/>
                        <a14:foregroundMark x1="3346" y1="56629" x2="14002" y2="83891"/>
                        <a14:foregroundMark x1="18587" y1="88228" x2="18587" y2="88228"/>
                        <a14:foregroundMark x1="21561" y1="89095" x2="23792" y2="91822"/>
                        <a14:foregroundMark x1="479" y1="55612" x2="372" y2="53656"/>
                        <a14:foregroundMark x1="867" y1="62701" x2="916" y2="63592"/>
                        <a14:foregroundMark x1="3594" y1="56134" x2="3841" y2="66171"/>
                        <a14:foregroundMark x1="48575" y1="21809" x2="42255" y2="19331"/>
                        <a14:backgroundMark x1="8922" y1="5576" x2="21314" y2="4957"/>
                        <a14:backgroundMark x1="867" y1="66914" x2="8302" y2="88971"/>
                        <a14:backgroundMark x1="8302" y1="88971" x2="10161" y2="91698"/>
                        <a14:backgroundMark x1="9105" y1="79958" x2="867" y2="72491"/>
                        <a14:backgroundMark x1="18228" y1="88228" x2="13606" y2="84039"/>
                        <a14:backgroundMark x1="20208" y1="90023" x2="18228" y2="88228"/>
                        <a14:backgroundMark x1="34325" y1="2478" x2="25898" y2="5700"/>
                        <a14:backgroundMark x1="35688" y1="3470" x2="35688" y2="3470"/>
                        <a14:backgroundMark x1="34325" y1="2107" x2="34325" y2="2107"/>
                        <a14:backgroundMark x1="36555" y1="2107" x2="32218" y2="2726"/>
                        <a14:backgroundMark x1="87732" y1="11896" x2="78563" y2="8178"/>
                        <a14:backgroundMark x1="84015" y1="12020" x2="75465" y2="5452"/>
                        <a14:backgroundMark x1="81041" y1="10285" x2="77447" y2="6815"/>
                        <a14:backgroundMark x1="80038" y1="10037" x2="86741" y2="10037"/>
                        <a14:backgroundMark x1="83147" y1="9294" x2="76529" y2="8120"/>
                        <a14:backgroundMark x1="83767" y1="9294" x2="79583" y2="9781"/>
                        <a14:backgroundMark x1="620" y1="68154" x2="1115" y2="55019"/>
                        <a14:backgroundMark x1="2257" y1="66210" x2="4461" y2="72986"/>
                        <a14:backgroundMark x1="1115" y1="62701" x2="1691" y2="64471"/>
                        <a14:backgroundMark x1="1642" y1="62494" x2="124" y2="59108"/>
                        <a14:backgroundMark x1="3174" y1="66187" x2="3346" y2="67782"/>
                        <a14:backgroundMark x1="1594" y1="60546" x2="1115" y2="59108"/>
                        <a14:backgroundMark x1="1709" y1="65299" x2="372" y2="57125"/>
                        <a14:backgroundMark x1="1487" y1="63941" x2="1469" y2="63831"/>
                        <a14:backgroundMark x1="1487" y1="65056" x2="5081" y2="97274"/>
                        <a14:backgroundMark x1="5081" y1="97274" x2="3470" y2="78563"/>
                        <a14:backgroundMark x1="3470" y1="78563" x2="372" y2="74597"/>
                        <a14:backgroundMark x1="3594" y1="79306" x2="3346" y2="99752"/>
                        <a14:backgroundMark x1="3346" y1="99752" x2="26890" y2="96159"/>
                        <a14:backgroundMark x1="26890" y1="96159" x2="23606" y2="91949"/>
                        <a14:backgroundMark x1="9878" y1="79128" x2="3098" y2="74845"/>
                        <a14:backgroundMark x1="8942" y1="76732" x2="9913" y2="89467"/>
                        <a14:backgroundMark x1="9913" y1="89467" x2="7187" y2="75960"/>
                        <a14:backgroundMark x1="13286" y1="84158" x2="15861" y2="87485"/>
                        <a14:backgroundMark x1="9913" y1="79802" x2="10375" y2="80399"/>
                        <a14:backgroundMark x1="4709" y1="88476" x2="19083" y2="90954"/>
                        <a14:backgroundMark x1="21349" y1="92152" x2="4709" y2="88848"/>
                        <a14:backgroundMark x1="4709" y1="88848" x2="10905" y2="92069"/>
                        <a14:backgroundMark x1="22705" y1="92567" x2="25403" y2="96406"/>
                        <a14:backgroundMark x1="1115" y1="64312" x2="372" y2="57249"/>
                        <a14:backgroundMark x1="867" y1="63445" x2="0" y2="54151"/>
                        <a14:backgroundMark x1="1983" y1="65428" x2="372" y2="49195"/>
                        <a14:backgroundMark x1="372" y1="49195" x2="0" y2="48947"/>
                        <a14:backgroundMark x1="1115" y1="62577" x2="372" y2="50929"/>
                        <a14:backgroundMark x1="71995" y1="97522" x2="88848" y2="83643"/>
                        <a14:backgroundMark x1="89715" y1="83271" x2="99752" y2="65304"/>
                        <a14:backgroundMark x1="95911" y1="69145" x2="87980" y2="83767"/>
                        <a14:backgroundMark x1="87980" y1="83767" x2="73730" y2="94300"/>
                        <a14:backgroundMark x1="73730" y1="94300" x2="85378" y2="87113"/>
                        <a14:backgroundMark x1="84263" y1="91450" x2="81041" y2="99380"/>
                        <a14:backgroundMark x1="86121" y1="92069" x2="71252" y2="97026"/>
                        <a14:backgroundMark x1="71252" y1="97026" x2="86369" y2="92317"/>
                        <a14:backgroundMark x1="86369" y1="92317" x2="71252" y2="97026"/>
                        <a14:backgroundMark x1="71252" y1="97026" x2="89095" y2="86617"/>
                        <a14:backgroundMark x1="89095" y1="86617" x2="99504" y2="71128"/>
                        <a14:backgroundMark x1="99504" y1="71128" x2="99504" y2="71128"/>
                        <a14:backgroundMark x1="82900" y1="93928" x2="99752" y2="68401"/>
                        <a14:backgroundMark x1="95911" y1="77076" x2="80917" y2="95291"/>
                        <a14:backgroundMark x1="93804" y1="82032" x2="99504" y2="52045"/>
                        <a14:backgroundMark x1="99009" y1="61586" x2="98637" y2="69393"/>
                        <a14:backgroundMark x1="97646" y1="70012" x2="99009" y2="59851"/>
                        <a14:backgroundMark x1="96778" y1="78191" x2="98761" y2="62082"/>
                        <a14:backgroundMark x1="98761" y1="62082" x2="98141" y2="60471"/>
                      </a14:backgroundRemoval>
                    </a14:imgEffect>
                  </a14:imgLayer>
                </a14:imgProps>
              </a:ext>
              <a:ext uri="{28A0092B-C50C-407E-A947-70E740481C1C}">
                <a14:useLocalDpi xmlns:a14="http://schemas.microsoft.com/office/drawing/2010/main" val="0"/>
              </a:ext>
            </a:extLst>
          </a:blip>
          <a:srcRect/>
          <a:stretch>
            <a:fillRect/>
          </a:stretch>
        </p:blipFill>
        <p:spPr bwMode="auto">
          <a:xfrm>
            <a:off x="15721742" y="334328"/>
            <a:ext cx="3175858" cy="317585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D54705FB-8BD0-FC94-4742-7A1581EC1CA6}"/>
              </a:ext>
            </a:extLst>
          </p:cNvPr>
          <p:cNvSpPr/>
          <p:nvPr/>
        </p:nvSpPr>
        <p:spPr>
          <a:xfrm>
            <a:off x="419101" y="3837942"/>
            <a:ext cx="5874509" cy="11397043"/>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EF4945C9-6159-F4FA-9EB3-61B207080A0E}"/>
              </a:ext>
            </a:extLst>
          </p:cNvPr>
          <p:cNvSpPr/>
          <p:nvPr/>
        </p:nvSpPr>
        <p:spPr>
          <a:xfrm>
            <a:off x="6781801" y="3881737"/>
            <a:ext cx="12954000" cy="113532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33FA10B4-27D9-955F-7982-137B8A9EAB54}"/>
              </a:ext>
            </a:extLst>
          </p:cNvPr>
          <p:cNvSpPr/>
          <p:nvPr/>
        </p:nvSpPr>
        <p:spPr>
          <a:xfrm>
            <a:off x="13771420" y="15622652"/>
            <a:ext cx="6036789" cy="6285936"/>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u="sng" dirty="0">
                <a:solidFill>
                  <a:schemeClr val="tx1"/>
                </a:solidFill>
                <a:latin typeface="Times New Roman" panose="02020603050405020304" pitchFamily="18" charset="0"/>
                <a:cs typeface="Times New Roman" panose="02020603050405020304" pitchFamily="18" charset="0"/>
              </a:rPr>
              <a:t>Uses</a:t>
            </a:r>
          </a:p>
          <a:p>
            <a:endParaRPr lang="en-US" sz="2400" dirty="0">
              <a:solidFill>
                <a:schemeClr val="tx1"/>
              </a:solidFill>
            </a:endParaRPr>
          </a:p>
          <a:p>
            <a:r>
              <a:rPr lang="en-US" sz="2800" dirty="0">
                <a:solidFill>
                  <a:schemeClr val="tx1"/>
                </a:solidFill>
              </a:rPr>
              <a:t>Our device is designed with ease of use in mind, making it an ideal match for Hartford Steam Boiler’s interactive IoT demonstrations. Equipped with Bluetooth and Wi-Fi capabilities, the Raspberry Pi Zero 2 W ensures inexpensive connectivity with industry support. Other projected uses of the headset include electricians with detecting live wires or monitoring energy usage.</a:t>
            </a:r>
          </a:p>
        </p:txBody>
      </p:sp>
      <p:sp>
        <p:nvSpPr>
          <p:cNvPr id="10" name="Rectangle: Rounded Corners 9">
            <a:extLst>
              <a:ext uri="{FF2B5EF4-FFF2-40B4-BE49-F238E27FC236}">
                <a16:creationId xmlns:a16="http://schemas.microsoft.com/office/drawing/2014/main" id="{15CFF11D-9CE2-E14D-45CD-21D20DFDA9EB}"/>
              </a:ext>
            </a:extLst>
          </p:cNvPr>
          <p:cNvSpPr/>
          <p:nvPr/>
        </p:nvSpPr>
        <p:spPr>
          <a:xfrm>
            <a:off x="13880200" y="22296255"/>
            <a:ext cx="5874509" cy="48460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30685FE-3624-7DF7-A8F8-95321AC73FDE}"/>
              </a:ext>
            </a:extLst>
          </p:cNvPr>
          <p:cNvSpPr/>
          <p:nvPr/>
        </p:nvSpPr>
        <p:spPr>
          <a:xfrm>
            <a:off x="6255509" y="588317"/>
            <a:ext cx="9588860" cy="2800767"/>
          </a:xfrm>
          <a:prstGeom prst="rect">
            <a:avLst/>
          </a:prstGeom>
          <a:noFill/>
        </p:spPr>
        <p:txBody>
          <a:bodyPr wrap="square" lIns="91440" tIns="45720" rIns="91440" bIns="45720">
            <a:spAutoFit/>
          </a:bodyPr>
          <a:lstStyle/>
          <a:p>
            <a:pPr algn="ctr"/>
            <a:r>
              <a:rPr lang="en-US" sz="8800" b="1" dirty="0">
                <a:ln w="9525">
                  <a:solidFill>
                    <a:schemeClr val="bg1"/>
                  </a:solidFill>
                  <a:prstDash val="solid"/>
                </a:ln>
                <a:effectLst>
                  <a:outerShdw blurRad="12700" dist="38100" dir="2700000" algn="tl" rotWithShape="0">
                    <a:schemeClr val="bg1">
                      <a:lumMod val="50000"/>
                    </a:schemeClr>
                  </a:outerShdw>
                </a:effectLst>
              </a:rPr>
              <a:t>AR Smart headset A.R.S.H.</a:t>
            </a:r>
            <a:endPar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2" name="TextBox 11">
            <a:extLst>
              <a:ext uri="{FF2B5EF4-FFF2-40B4-BE49-F238E27FC236}">
                <a16:creationId xmlns:a16="http://schemas.microsoft.com/office/drawing/2014/main" id="{C67D837C-BB57-BCF2-3A33-6E65CE9C4B70}"/>
              </a:ext>
            </a:extLst>
          </p:cNvPr>
          <p:cNvSpPr txBox="1"/>
          <p:nvPr/>
        </p:nvSpPr>
        <p:spPr>
          <a:xfrm>
            <a:off x="685799" y="3992610"/>
            <a:ext cx="5607809" cy="11541621"/>
          </a:xfrm>
          <a:prstGeom prst="rect">
            <a:avLst/>
          </a:prstGeom>
          <a:noFill/>
        </p:spPr>
        <p:txBody>
          <a:bodyPr wrap="square" lIns="91440" tIns="45720" rIns="91440" bIns="45720" rtlCol="0" anchor="t">
            <a:spAutoFit/>
          </a:bodyPr>
          <a:lstStyle/>
          <a:p>
            <a:r>
              <a:rPr lang="en-US" sz="4000" b="1" dirty="0"/>
              <a:t>Project Objectives and Goals</a:t>
            </a:r>
          </a:p>
          <a:p>
            <a:endParaRPr lang="en-US" sz="4000" b="1" dirty="0"/>
          </a:p>
          <a:p>
            <a:r>
              <a:rPr lang="en-US" sz="3200" dirty="0"/>
              <a:t>Develop an AR headset capable of reading and displaying data through images.</a:t>
            </a:r>
          </a:p>
          <a:p>
            <a:endParaRPr lang="en-US" sz="3200" b="1" u="sng" dirty="0"/>
          </a:p>
          <a:p>
            <a:r>
              <a:rPr lang="en-US" sz="3200" b="1" u="sng" dirty="0"/>
              <a:t>Requirements:</a:t>
            </a:r>
          </a:p>
          <a:p>
            <a:endParaRPr lang="en-US" sz="3200" b="1" u="sng" dirty="0"/>
          </a:p>
          <a:p>
            <a:r>
              <a:rPr lang="en-US" sz="2800" dirty="0"/>
              <a:t>Hardware:</a:t>
            </a:r>
          </a:p>
          <a:p>
            <a:pPr marL="457200" indent="-457200">
              <a:buFont typeface="Arial" panose="020B0604020202020204" pitchFamily="34" charset="0"/>
              <a:buChar char="•"/>
            </a:pPr>
            <a:r>
              <a:rPr lang="en-US" sz="2800" dirty="0"/>
              <a:t>Create a lightweight ergonomic headset for AR sensor integration</a:t>
            </a:r>
          </a:p>
          <a:p>
            <a:pPr marL="457200" indent="-457200">
              <a:buFont typeface="Arial" panose="020B0604020202020204" pitchFamily="34" charset="0"/>
              <a:buChar char="•"/>
            </a:pPr>
            <a:r>
              <a:rPr lang="en-US" sz="2800" dirty="0"/>
              <a:t>House a computer camera and battery without being intrusive to the wearer</a:t>
            </a:r>
          </a:p>
          <a:p>
            <a:pPr marL="457200" indent="-457200">
              <a:buFont typeface="Arial" panose="020B0604020202020204" pitchFamily="34" charset="0"/>
              <a:buChar char="•"/>
            </a:pPr>
            <a:endParaRPr lang="en-US" sz="2800" dirty="0"/>
          </a:p>
          <a:p>
            <a:r>
              <a:rPr lang="en-US" sz="2800" dirty="0"/>
              <a:t>Software:</a:t>
            </a:r>
          </a:p>
          <a:p>
            <a:pPr marL="457200" indent="-457200">
              <a:buFont typeface="Arial" panose="020B0604020202020204" pitchFamily="34" charset="0"/>
              <a:buChar char="•"/>
            </a:pPr>
            <a:r>
              <a:rPr lang="en-US" sz="2800" dirty="0">
                <a:latin typeface="Times New Roman"/>
                <a:cs typeface="Times New Roman"/>
              </a:rPr>
              <a:t>Capture and Decode QR codes, Interpret external sensor data</a:t>
            </a:r>
            <a:endParaRPr lang="en-US" sz="2800" dirty="0">
              <a:cs typeface="Times New Roman"/>
            </a:endParaRPr>
          </a:p>
          <a:p>
            <a:pPr marL="457200" indent="-457200">
              <a:buFont typeface="Arial" panose="020B0604020202020204" pitchFamily="34" charset="0"/>
              <a:buChar char="•"/>
            </a:pPr>
            <a:r>
              <a:rPr lang="en-US" sz="2800" dirty="0"/>
              <a:t>Detect user input to execute the code</a:t>
            </a:r>
          </a:p>
          <a:p>
            <a:pPr marL="457200" indent="-457200">
              <a:buFont typeface="Arial" panose="020B0604020202020204" pitchFamily="34" charset="0"/>
              <a:buChar char="•"/>
            </a:pPr>
            <a:r>
              <a:rPr lang="en-US" sz="2800" dirty="0"/>
              <a:t>Output sensor data onto the Screen Efficiently</a:t>
            </a:r>
            <a:endParaRPr lang="en-US" sz="3200" dirty="0"/>
          </a:p>
          <a:p>
            <a:endParaRPr lang="en-US" sz="4000" dirty="0"/>
          </a:p>
        </p:txBody>
      </p:sp>
      <p:cxnSp>
        <p:nvCxnSpPr>
          <p:cNvPr id="32" name="Connector: Elbow 31">
            <a:extLst>
              <a:ext uri="{FF2B5EF4-FFF2-40B4-BE49-F238E27FC236}">
                <a16:creationId xmlns:a16="http://schemas.microsoft.com/office/drawing/2014/main" id="{0DD8B7E7-59C4-8D25-2A41-E7486588B5A1}"/>
              </a:ext>
            </a:extLst>
          </p:cNvPr>
          <p:cNvCxnSpPr>
            <a:cxnSpLocks/>
          </p:cNvCxnSpPr>
          <p:nvPr/>
        </p:nvCxnSpPr>
        <p:spPr>
          <a:xfrm rot="5400000" flipH="1" flipV="1">
            <a:off x="3625303" y="23462067"/>
            <a:ext cx="5032952" cy="923626"/>
          </a:xfrm>
          <a:prstGeom prst="bentConnector3">
            <a:avLst>
              <a:gd name="adj1" fmla="val 98724"/>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757AC855-6173-8D9C-7A1C-0267C916EA6A}"/>
              </a:ext>
            </a:extLst>
          </p:cNvPr>
          <p:cNvCxnSpPr>
            <a:cxnSpLocks/>
          </p:cNvCxnSpPr>
          <p:nvPr/>
        </p:nvCxnSpPr>
        <p:spPr>
          <a:xfrm>
            <a:off x="5995513" y="22865318"/>
            <a:ext cx="60960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Connector: Elbow 53">
            <a:extLst>
              <a:ext uri="{FF2B5EF4-FFF2-40B4-BE49-F238E27FC236}">
                <a16:creationId xmlns:a16="http://schemas.microsoft.com/office/drawing/2014/main" id="{2953ED8E-328A-775E-3C1A-578DE2F85DBA}"/>
              </a:ext>
            </a:extLst>
          </p:cNvPr>
          <p:cNvCxnSpPr>
            <a:cxnSpLocks/>
          </p:cNvCxnSpPr>
          <p:nvPr/>
        </p:nvCxnSpPr>
        <p:spPr>
          <a:xfrm rot="10800000" flipV="1">
            <a:off x="5679964" y="26137339"/>
            <a:ext cx="5876628" cy="303017"/>
          </a:xfrm>
          <a:prstGeom prst="bentConnector3">
            <a:avLst>
              <a:gd name="adj1" fmla="val 492"/>
            </a:avLst>
          </a:prstGeom>
        </p:spPr>
        <p:style>
          <a:lnRef idx="2">
            <a:schemeClr val="dk1"/>
          </a:lnRef>
          <a:fillRef idx="0">
            <a:schemeClr val="dk1"/>
          </a:fillRef>
          <a:effectRef idx="1">
            <a:schemeClr val="dk1"/>
          </a:effectRef>
          <a:fontRef idx="minor">
            <a:schemeClr val="tx1"/>
          </a:fontRef>
        </p:style>
      </p:cxnSp>
      <p:cxnSp>
        <p:nvCxnSpPr>
          <p:cNvPr id="57" name="Connector: Elbow 56">
            <a:extLst>
              <a:ext uri="{FF2B5EF4-FFF2-40B4-BE49-F238E27FC236}">
                <a16:creationId xmlns:a16="http://schemas.microsoft.com/office/drawing/2014/main" id="{7E16A24C-D2D5-73A5-823B-82C4C467627A}"/>
              </a:ext>
            </a:extLst>
          </p:cNvPr>
          <p:cNvCxnSpPr>
            <a:cxnSpLocks/>
          </p:cNvCxnSpPr>
          <p:nvPr/>
        </p:nvCxnSpPr>
        <p:spPr>
          <a:xfrm rot="16200000" flipV="1">
            <a:off x="4542579" y="23239817"/>
            <a:ext cx="3664828" cy="761998"/>
          </a:xfrm>
          <a:prstGeom prst="bentConnector3">
            <a:avLst>
              <a:gd name="adj1" fmla="val 99"/>
            </a:avLst>
          </a:prstGeom>
        </p:spPr>
        <p:style>
          <a:lnRef idx="2">
            <a:schemeClr val="dk1"/>
          </a:lnRef>
          <a:fillRef idx="0">
            <a:schemeClr val="dk1"/>
          </a:fillRef>
          <a:effectRef idx="1">
            <a:schemeClr val="dk1"/>
          </a:effectRef>
          <a:fontRef idx="minor">
            <a:schemeClr val="tx1"/>
          </a:fontRef>
        </p:style>
      </p:cxnSp>
      <p:pic>
        <p:nvPicPr>
          <p:cNvPr id="60" name="Picture 59">
            <a:extLst>
              <a:ext uri="{FF2B5EF4-FFF2-40B4-BE49-F238E27FC236}">
                <a16:creationId xmlns:a16="http://schemas.microsoft.com/office/drawing/2014/main" id="{D2437008-C026-6B62-28B1-DE07CFC39F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4000" y="19547880"/>
            <a:ext cx="6572538" cy="6743698"/>
          </a:xfrm>
          <a:prstGeom prst="rect">
            <a:avLst/>
          </a:prstGeom>
        </p:spPr>
      </p:pic>
      <p:cxnSp>
        <p:nvCxnSpPr>
          <p:cNvPr id="1024" name="Straight Arrow Connector 1023">
            <a:extLst>
              <a:ext uri="{FF2B5EF4-FFF2-40B4-BE49-F238E27FC236}">
                <a16:creationId xmlns:a16="http://schemas.microsoft.com/office/drawing/2014/main" id="{498FA5C7-EF0D-481D-844F-2868809C41F9}"/>
              </a:ext>
            </a:extLst>
          </p:cNvPr>
          <p:cNvCxnSpPr>
            <a:cxnSpLocks/>
          </p:cNvCxnSpPr>
          <p:nvPr/>
        </p:nvCxnSpPr>
        <p:spPr>
          <a:xfrm>
            <a:off x="8052913" y="25760919"/>
            <a:ext cx="0" cy="304800"/>
          </a:xfrm>
          <a:prstGeom prst="straightConnector1">
            <a:avLst/>
          </a:prstGeom>
          <a:ln>
            <a:solidFill>
              <a:schemeClr val="tx1">
                <a:lumMod val="65000"/>
                <a:lumOff val="35000"/>
              </a:schemeClr>
            </a:solidFill>
            <a:tailEnd type="triangle"/>
          </a:ln>
        </p:spPr>
        <p:style>
          <a:lnRef idx="3">
            <a:schemeClr val="dk1"/>
          </a:lnRef>
          <a:fillRef idx="0">
            <a:schemeClr val="dk1"/>
          </a:fillRef>
          <a:effectRef idx="2">
            <a:schemeClr val="dk1"/>
          </a:effectRef>
          <a:fontRef idx="minor">
            <a:schemeClr val="tx1"/>
          </a:fontRef>
        </p:style>
      </p:cxnSp>
      <p:sp>
        <p:nvSpPr>
          <p:cNvPr id="1056" name="TextBox 1055">
            <a:extLst>
              <a:ext uri="{FF2B5EF4-FFF2-40B4-BE49-F238E27FC236}">
                <a16:creationId xmlns:a16="http://schemas.microsoft.com/office/drawing/2014/main" id="{FC308EC2-023F-EF23-938B-3F5CC3BBC42B}"/>
              </a:ext>
            </a:extLst>
          </p:cNvPr>
          <p:cNvSpPr txBox="1"/>
          <p:nvPr/>
        </p:nvSpPr>
        <p:spPr>
          <a:xfrm>
            <a:off x="5487389" y="15921896"/>
            <a:ext cx="7619997" cy="3170099"/>
          </a:xfrm>
          <a:prstGeom prst="rect">
            <a:avLst/>
          </a:prstGeom>
          <a:noFill/>
        </p:spPr>
        <p:txBody>
          <a:bodyPr wrap="square" rtlCol="0">
            <a:spAutoFit/>
          </a:bodyPr>
          <a:lstStyle/>
          <a:p>
            <a:r>
              <a:rPr lang="en-US" sz="3200" b="1" u="sng" dirty="0"/>
              <a:t>Code</a:t>
            </a:r>
          </a:p>
          <a:p>
            <a:endParaRPr lang="en-US" sz="2800" dirty="0"/>
          </a:p>
          <a:p>
            <a:r>
              <a:rPr lang="en-US" sz="2800" dirty="0"/>
              <a:t>The chart below serves as the translation of our Python code, enabling  the AR glasses to interpret QR codes. This functionality provides a bridge between digital information and human perception. By scanning QR codes, </a:t>
            </a:r>
          </a:p>
        </p:txBody>
      </p:sp>
      <p:sp>
        <p:nvSpPr>
          <p:cNvPr id="1058" name="TextBox 1057">
            <a:extLst>
              <a:ext uri="{FF2B5EF4-FFF2-40B4-BE49-F238E27FC236}">
                <a16:creationId xmlns:a16="http://schemas.microsoft.com/office/drawing/2014/main" id="{F8960D44-5D51-633D-7C03-DB9F3CC09E46}"/>
              </a:ext>
            </a:extLst>
          </p:cNvPr>
          <p:cNvSpPr txBox="1"/>
          <p:nvPr/>
        </p:nvSpPr>
        <p:spPr>
          <a:xfrm>
            <a:off x="14179865" y="22473407"/>
            <a:ext cx="5737359" cy="5386090"/>
          </a:xfrm>
          <a:prstGeom prst="rect">
            <a:avLst/>
          </a:prstGeom>
          <a:noFill/>
        </p:spPr>
        <p:txBody>
          <a:bodyPr wrap="square" rtlCol="0">
            <a:spAutoFit/>
          </a:bodyPr>
          <a:lstStyle/>
          <a:p>
            <a:r>
              <a:rPr lang="en-US" sz="3200" b="1" u="sng" dirty="0"/>
              <a:t>Parts List:</a:t>
            </a:r>
          </a:p>
          <a:p>
            <a:endParaRPr lang="en-US" sz="3200" b="1" u="sng" dirty="0"/>
          </a:p>
          <a:p>
            <a:pPr marL="457200" indent="-457200">
              <a:buFont typeface="Arial" panose="020B0604020202020204" pitchFamily="34" charset="0"/>
              <a:buChar char="•"/>
            </a:pPr>
            <a:r>
              <a:rPr lang="en-US" sz="2800" dirty="0">
                <a:latin typeface="Times New Roman"/>
                <a:cs typeface="Times New Roman"/>
              </a:rPr>
              <a:t>Raspberry Pi Zero 2 W w/ SD card</a:t>
            </a:r>
            <a:endParaRPr lang="en-US" sz="2800" dirty="0">
              <a:cs typeface="Times New Roman"/>
            </a:endParaRPr>
          </a:p>
          <a:p>
            <a:pPr marL="457200" indent="-457200">
              <a:buFont typeface="Arial" panose="020B0604020202020204" pitchFamily="34" charset="0"/>
              <a:buChar char="•"/>
            </a:pPr>
            <a:r>
              <a:rPr lang="en-US" sz="2800" dirty="0"/>
              <a:t>Raspberry Pi Camera 2</a:t>
            </a:r>
          </a:p>
          <a:p>
            <a:pPr marL="457200" indent="-457200">
              <a:buFont typeface="Arial" panose="020B0604020202020204" pitchFamily="34" charset="0"/>
              <a:buChar char="•"/>
            </a:pPr>
            <a:r>
              <a:rPr lang="en-US" sz="2800" dirty="0"/>
              <a:t>1.51inch Transparent OLED Display</a:t>
            </a:r>
          </a:p>
          <a:p>
            <a:pPr marL="457200" indent="-457200">
              <a:buFont typeface="Arial" panose="020B0604020202020204" pitchFamily="34" charset="0"/>
              <a:buChar char="•"/>
            </a:pPr>
            <a:r>
              <a:rPr lang="en-US" sz="2800" dirty="0"/>
              <a:t>1000mah li-ion Battery</a:t>
            </a:r>
          </a:p>
          <a:p>
            <a:pPr marL="457200" indent="-457200">
              <a:buFont typeface="Arial" panose="020B0604020202020204" pitchFamily="34" charset="0"/>
              <a:buChar char="•"/>
            </a:pPr>
            <a:r>
              <a:rPr lang="en-US" sz="2800" dirty="0"/>
              <a:t>2 amp BMS with 5v out/in</a:t>
            </a:r>
          </a:p>
          <a:p>
            <a:pPr marL="457200" indent="-457200">
              <a:buFont typeface="Arial" panose="020B0604020202020204" pitchFamily="34" charset="0"/>
              <a:buChar char="•"/>
            </a:pPr>
            <a:r>
              <a:rPr lang="en-US" sz="2800" dirty="0"/>
              <a:t>3D Printer Filament</a:t>
            </a:r>
          </a:p>
          <a:p>
            <a:pPr marL="457200" indent="-457200">
              <a:buFont typeface="Arial" panose="020B0604020202020204" pitchFamily="34" charset="0"/>
              <a:buChar char="•"/>
            </a:pPr>
            <a:r>
              <a:rPr lang="en-US" sz="2800" dirty="0"/>
              <a:t>Button &amp; Vibration Motor</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p:txBody>
      </p:sp>
      <p:sp>
        <p:nvSpPr>
          <p:cNvPr id="4" name="TextBox 3">
            <a:extLst>
              <a:ext uri="{FF2B5EF4-FFF2-40B4-BE49-F238E27FC236}">
                <a16:creationId xmlns:a16="http://schemas.microsoft.com/office/drawing/2014/main" id="{6002228D-101D-29B5-637C-55A0C349B773}"/>
              </a:ext>
            </a:extLst>
          </p:cNvPr>
          <p:cNvSpPr txBox="1"/>
          <p:nvPr/>
        </p:nvSpPr>
        <p:spPr>
          <a:xfrm>
            <a:off x="549549" y="16673288"/>
            <a:ext cx="3036642" cy="1815882"/>
          </a:xfrm>
          <a:prstGeom prst="rect">
            <a:avLst/>
          </a:prstGeom>
          <a:noFill/>
        </p:spPr>
        <p:txBody>
          <a:bodyPr wrap="square" rtlCol="0">
            <a:spAutoFit/>
          </a:bodyPr>
          <a:lstStyle/>
          <a:p>
            <a:r>
              <a:rPr lang="en-US" sz="2800" dirty="0"/>
              <a:t>QR code:</a:t>
            </a:r>
          </a:p>
          <a:p>
            <a:r>
              <a:rPr lang="en-US" sz="2800" dirty="0"/>
              <a:t>contains </a:t>
            </a:r>
          </a:p>
          <a:p>
            <a:r>
              <a:rPr lang="en-US" sz="2800" dirty="0"/>
              <a:t>mock sensor data corresponding to</a:t>
            </a:r>
          </a:p>
        </p:txBody>
      </p:sp>
      <p:sp>
        <p:nvSpPr>
          <p:cNvPr id="8" name="Rectangle 1">
            <a:extLst>
              <a:ext uri="{FF2B5EF4-FFF2-40B4-BE49-F238E27FC236}">
                <a16:creationId xmlns:a16="http://schemas.microsoft.com/office/drawing/2014/main" id="{DF06480E-A277-0604-A152-F84ECA8AF448}"/>
              </a:ext>
            </a:extLst>
          </p:cNvPr>
          <p:cNvSpPr>
            <a:spLocks noChangeArrowheads="1"/>
          </p:cNvSpPr>
          <p:nvPr/>
        </p:nvSpPr>
        <p:spPr bwMode="auto">
          <a:xfrm>
            <a:off x="0" y="0"/>
            <a:ext cx="2011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1585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Arial Unicode MS" panose="020B0604020202020204" pitchFamily="34" charset="-128"/>
              </a:rPr>
              <a:t>interactive IoT demonstrations</a:t>
            </a:r>
            <a:r>
              <a:rPr kumimoji="0" lang="en-US" altLang="en-US" sz="13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9" name="Picture 5">
            <a:extLst>
              <a:ext uri="{FF2B5EF4-FFF2-40B4-BE49-F238E27FC236}">
                <a16:creationId xmlns:a16="http://schemas.microsoft.com/office/drawing/2014/main" id="{489E9782-68C7-C90E-DA5E-096376D5FA14}"/>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2610" r="14018"/>
          <a:stretch/>
        </p:blipFill>
        <p:spPr bwMode="auto">
          <a:xfrm>
            <a:off x="735736" y="19758245"/>
            <a:ext cx="1954656" cy="355208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C8F15F28-0F5B-42C2-A188-0AAC0A0E8BFC}"/>
              </a:ext>
            </a:extLst>
          </p:cNvPr>
          <p:cNvPicPr>
            <a:picLocks noChangeAspect="1"/>
          </p:cNvPicPr>
          <p:nvPr/>
        </p:nvPicPr>
        <p:blipFill>
          <a:blip r:embed="rId8"/>
          <a:stretch>
            <a:fillRect/>
          </a:stretch>
        </p:blipFill>
        <p:spPr>
          <a:xfrm>
            <a:off x="2999932" y="19765172"/>
            <a:ext cx="2303605" cy="354515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2" name="Picture 21">
            <a:extLst>
              <a:ext uri="{FF2B5EF4-FFF2-40B4-BE49-F238E27FC236}">
                <a16:creationId xmlns:a16="http://schemas.microsoft.com/office/drawing/2014/main" id="{DBC5F88F-AD03-5465-2947-B245973B1391}"/>
              </a:ext>
            </a:extLst>
          </p:cNvPr>
          <p:cNvPicPr>
            <a:picLocks noChangeAspect="1"/>
          </p:cNvPicPr>
          <p:nvPr/>
        </p:nvPicPr>
        <p:blipFill>
          <a:blip r:embed="rId9"/>
          <a:stretch>
            <a:fillRect/>
          </a:stretch>
        </p:blipFill>
        <p:spPr>
          <a:xfrm>
            <a:off x="7280521" y="7826192"/>
            <a:ext cx="7080769" cy="70576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style>
          <a:lnRef idx="0">
            <a:scrgbClr r="0" g="0" b="0"/>
          </a:lnRef>
          <a:fillRef idx="0">
            <a:scrgbClr r="0" g="0" b="0"/>
          </a:fillRef>
          <a:effectRef idx="0">
            <a:scrgbClr r="0" g="0" b="0"/>
          </a:effectRef>
          <a:fontRef idx="minor">
            <a:schemeClr val="accent1"/>
          </a:fontRef>
        </p:style>
      </p:pic>
      <p:sp>
        <p:nvSpPr>
          <p:cNvPr id="24" name="TextBox 23">
            <a:extLst>
              <a:ext uri="{FF2B5EF4-FFF2-40B4-BE49-F238E27FC236}">
                <a16:creationId xmlns:a16="http://schemas.microsoft.com/office/drawing/2014/main" id="{3560CADE-5D32-AEBB-74D1-74E9199F0C32}"/>
              </a:ext>
            </a:extLst>
          </p:cNvPr>
          <p:cNvSpPr txBox="1"/>
          <p:nvPr/>
        </p:nvSpPr>
        <p:spPr>
          <a:xfrm>
            <a:off x="7583949" y="4164961"/>
            <a:ext cx="6462440" cy="3662541"/>
          </a:xfrm>
          <a:prstGeom prst="rect">
            <a:avLst/>
          </a:prstGeom>
          <a:noFill/>
        </p:spPr>
        <p:txBody>
          <a:bodyPr wrap="square" rtlCol="0">
            <a:spAutoFit/>
          </a:bodyPr>
          <a:lstStyle/>
          <a:p>
            <a:r>
              <a:rPr lang="en-US" sz="3200" b="1" u="sng" dirty="0"/>
              <a:t>Design:</a:t>
            </a:r>
          </a:p>
          <a:p>
            <a:endParaRPr lang="en-US" sz="3200" b="1" u="sng" dirty="0"/>
          </a:p>
          <a:p>
            <a:r>
              <a:rPr lang="en-US" sz="2800" dirty="0"/>
              <a:t>Our Final design incorporates an adjustable slider to in order to achieve the optimal distance from the users eyes. This design of the headset focuses on minimizing the impact on the wearer by providing a balanced and evenly distributed footprint.</a:t>
            </a:r>
          </a:p>
        </p:txBody>
      </p:sp>
      <p:pic>
        <p:nvPicPr>
          <p:cNvPr id="27" name="Picture 26">
            <a:extLst>
              <a:ext uri="{FF2B5EF4-FFF2-40B4-BE49-F238E27FC236}">
                <a16:creationId xmlns:a16="http://schemas.microsoft.com/office/drawing/2014/main" id="{ADB97072-53AD-F100-47F6-51B1ADE98781}"/>
              </a:ext>
            </a:extLst>
          </p:cNvPr>
          <p:cNvPicPr>
            <a:picLocks noChangeAspect="1"/>
          </p:cNvPicPr>
          <p:nvPr/>
        </p:nvPicPr>
        <p:blipFill>
          <a:blip r:embed="rId10"/>
          <a:stretch>
            <a:fillRect/>
          </a:stretch>
        </p:blipFill>
        <p:spPr>
          <a:xfrm>
            <a:off x="14322107" y="4833677"/>
            <a:ext cx="5165983" cy="39463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0" name="TextBox 29">
            <a:extLst>
              <a:ext uri="{FF2B5EF4-FFF2-40B4-BE49-F238E27FC236}">
                <a16:creationId xmlns:a16="http://schemas.microsoft.com/office/drawing/2014/main" id="{AAE26A45-4797-D684-22F0-5C3ECE78E4FF}"/>
              </a:ext>
            </a:extLst>
          </p:cNvPr>
          <p:cNvSpPr txBox="1"/>
          <p:nvPr/>
        </p:nvSpPr>
        <p:spPr>
          <a:xfrm>
            <a:off x="782143" y="23508876"/>
            <a:ext cx="5858616" cy="2585323"/>
          </a:xfrm>
          <a:prstGeom prst="rect">
            <a:avLst/>
          </a:prstGeom>
          <a:noFill/>
        </p:spPr>
        <p:txBody>
          <a:bodyPr wrap="square">
            <a:spAutoFit/>
          </a:bodyPr>
          <a:lstStyle/>
          <a:p>
            <a:r>
              <a:rPr lang="en-US" sz="3200" b="1" u="sng" dirty="0"/>
              <a:t>Software:</a:t>
            </a:r>
          </a:p>
          <a:p>
            <a:endParaRPr lang="en-US" dirty="0"/>
          </a:p>
          <a:p>
            <a:pPr marL="457200" indent="-457200">
              <a:buFont typeface="Arial" panose="020B0604020202020204" pitchFamily="34" charset="0"/>
              <a:buChar char="•"/>
            </a:pPr>
            <a:r>
              <a:rPr lang="en-US" dirty="0"/>
              <a:t>Python3</a:t>
            </a:r>
          </a:p>
          <a:p>
            <a:pPr marL="457200" indent="-457200">
              <a:buFont typeface="Arial" panose="020B0604020202020204" pitchFamily="34" charset="0"/>
              <a:buChar char="•"/>
            </a:pPr>
            <a:r>
              <a:rPr lang="en-US" dirty="0"/>
              <a:t>Thonny IDE</a:t>
            </a:r>
          </a:p>
          <a:p>
            <a:pPr marL="457200" indent="-457200">
              <a:buFont typeface="Arial" panose="020B0604020202020204" pitchFamily="34" charset="0"/>
              <a:buChar char="•"/>
            </a:pPr>
            <a:r>
              <a:rPr lang="en-US" dirty="0"/>
              <a:t>Raspberry Pi OS</a:t>
            </a:r>
          </a:p>
          <a:p>
            <a:pPr marL="457200" indent="-457200">
              <a:buFont typeface="Arial" panose="020B0604020202020204" pitchFamily="34" charset="0"/>
              <a:buChar char="•"/>
            </a:pPr>
            <a:r>
              <a:rPr lang="en-US" dirty="0"/>
              <a:t>Fusion 360</a:t>
            </a:r>
          </a:p>
        </p:txBody>
      </p:sp>
      <p:pic>
        <p:nvPicPr>
          <p:cNvPr id="33" name="Picture 32">
            <a:extLst>
              <a:ext uri="{FF2B5EF4-FFF2-40B4-BE49-F238E27FC236}">
                <a16:creationId xmlns:a16="http://schemas.microsoft.com/office/drawing/2014/main" id="{6A009CEF-0B41-A7D0-7FED-EA29CEFB6AD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46367" y="16380200"/>
            <a:ext cx="1808252" cy="1808252"/>
          </a:xfrm>
          <a:prstGeom prst="rect">
            <a:avLst/>
          </a:prstGeom>
        </p:spPr>
      </p:pic>
      <p:sp>
        <p:nvSpPr>
          <p:cNvPr id="34" name="TextBox 33">
            <a:extLst>
              <a:ext uri="{FF2B5EF4-FFF2-40B4-BE49-F238E27FC236}">
                <a16:creationId xmlns:a16="http://schemas.microsoft.com/office/drawing/2014/main" id="{8B5D4674-9924-45D0-CF30-D46AA2F5D570}"/>
              </a:ext>
            </a:extLst>
          </p:cNvPr>
          <p:cNvSpPr txBox="1"/>
          <p:nvPr/>
        </p:nvSpPr>
        <p:spPr>
          <a:xfrm>
            <a:off x="471011" y="18390292"/>
            <a:ext cx="4852951" cy="954107"/>
          </a:xfrm>
          <a:prstGeom prst="rect">
            <a:avLst/>
          </a:prstGeom>
          <a:noFill/>
        </p:spPr>
        <p:txBody>
          <a:bodyPr wrap="square" rtlCol="0">
            <a:spAutoFit/>
          </a:bodyPr>
          <a:lstStyle/>
          <a:p>
            <a:r>
              <a:rPr lang="en-US" sz="2800" dirty="0"/>
              <a:t>“UPS” Uninterrupted </a:t>
            </a:r>
          </a:p>
          <a:p>
            <a:r>
              <a:rPr lang="en-US" sz="2800" dirty="0"/>
              <a:t>Power supply </a:t>
            </a:r>
          </a:p>
        </p:txBody>
      </p:sp>
      <p:sp>
        <p:nvSpPr>
          <p:cNvPr id="35" name="Arrow: Down 34">
            <a:extLst>
              <a:ext uri="{FF2B5EF4-FFF2-40B4-BE49-F238E27FC236}">
                <a16:creationId xmlns:a16="http://schemas.microsoft.com/office/drawing/2014/main" id="{60734AE9-0791-6E98-EA6C-AE611882965C}"/>
              </a:ext>
            </a:extLst>
          </p:cNvPr>
          <p:cNvSpPr/>
          <p:nvPr/>
        </p:nvSpPr>
        <p:spPr>
          <a:xfrm>
            <a:off x="3895852" y="18532936"/>
            <a:ext cx="740830" cy="115228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407FF81-17B3-E0E7-9FD5-ECAF54FFC0E6}"/>
              </a:ext>
            </a:extLst>
          </p:cNvPr>
          <p:cNvSpPr txBox="1"/>
          <p:nvPr/>
        </p:nvSpPr>
        <p:spPr>
          <a:xfrm>
            <a:off x="14465554" y="9142261"/>
            <a:ext cx="5165983" cy="5262979"/>
          </a:xfrm>
          <a:prstGeom prst="rect">
            <a:avLst/>
          </a:prstGeom>
          <a:noFill/>
        </p:spPr>
        <p:txBody>
          <a:bodyPr wrap="square" rtlCol="0">
            <a:spAutoFit/>
          </a:bodyPr>
          <a:lstStyle/>
          <a:p>
            <a:r>
              <a:rPr lang="en-US" sz="2800" dirty="0"/>
              <a:t>Through our continued innovation, we’ve had to drastically change our initial design. We found that the most effective way to present data to the wearer is by positioning the screen just outside their direct line of sight, yet within their peripheral vision. Allowing users to access the information conveniently when they shift their focus, without it obstructing their primary field of view.</a:t>
            </a:r>
          </a:p>
        </p:txBody>
      </p:sp>
      <p:sp>
        <p:nvSpPr>
          <p:cNvPr id="55" name="Rectangle: Rounded Corners 54">
            <a:extLst>
              <a:ext uri="{FF2B5EF4-FFF2-40B4-BE49-F238E27FC236}">
                <a16:creationId xmlns:a16="http://schemas.microsoft.com/office/drawing/2014/main" id="{4A888B91-2A23-8E5A-FE82-E419F7C2B7A2}"/>
              </a:ext>
            </a:extLst>
          </p:cNvPr>
          <p:cNvSpPr/>
          <p:nvPr/>
        </p:nvSpPr>
        <p:spPr>
          <a:xfrm>
            <a:off x="419100" y="27510837"/>
            <a:ext cx="19316700" cy="31976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5" name="Picture 1024">
            <a:extLst>
              <a:ext uri="{FF2B5EF4-FFF2-40B4-BE49-F238E27FC236}">
                <a16:creationId xmlns:a16="http://schemas.microsoft.com/office/drawing/2014/main" id="{898569C5-64CC-DB88-F08C-297E9B11CCA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0193894" y="27882996"/>
            <a:ext cx="2259524" cy="2259524"/>
          </a:xfrm>
          <a:prstGeom prst="rect">
            <a:avLst/>
          </a:prstGeom>
        </p:spPr>
      </p:pic>
      <p:sp>
        <p:nvSpPr>
          <p:cNvPr id="1027" name="TextBox 1026">
            <a:extLst>
              <a:ext uri="{FF2B5EF4-FFF2-40B4-BE49-F238E27FC236}">
                <a16:creationId xmlns:a16="http://schemas.microsoft.com/office/drawing/2014/main" id="{2BFB0D0A-8ED1-05EB-8672-51CC21583BCA}"/>
              </a:ext>
            </a:extLst>
          </p:cNvPr>
          <p:cNvSpPr txBox="1"/>
          <p:nvPr/>
        </p:nvSpPr>
        <p:spPr>
          <a:xfrm>
            <a:off x="12673018" y="27862640"/>
            <a:ext cx="2004561" cy="1815882"/>
          </a:xfrm>
          <a:prstGeom prst="rect">
            <a:avLst/>
          </a:prstGeom>
          <a:noFill/>
        </p:spPr>
        <p:txBody>
          <a:bodyPr wrap="square" rtlCol="0">
            <a:spAutoFit/>
          </a:bodyPr>
          <a:lstStyle/>
          <a:p>
            <a:r>
              <a:rPr lang="en-US" sz="2800" dirty="0"/>
              <a:t>David Cole</a:t>
            </a:r>
            <a:br>
              <a:rPr lang="en-US" sz="2800" dirty="0"/>
            </a:br>
            <a:r>
              <a:rPr lang="en-US" sz="2800" dirty="0"/>
              <a:t>Co-Designer</a:t>
            </a:r>
          </a:p>
          <a:p>
            <a:r>
              <a:rPr lang="en-US" sz="2800" dirty="0"/>
              <a:t>Ergonomics Lead</a:t>
            </a:r>
          </a:p>
        </p:txBody>
      </p:sp>
      <p:sp>
        <p:nvSpPr>
          <p:cNvPr id="1031" name="Rectangle: Rounded Corners 1030">
            <a:extLst>
              <a:ext uri="{FF2B5EF4-FFF2-40B4-BE49-F238E27FC236}">
                <a16:creationId xmlns:a16="http://schemas.microsoft.com/office/drawing/2014/main" id="{7B5ADA8D-2FAB-69A0-54D5-114F7B7074ED}"/>
              </a:ext>
            </a:extLst>
          </p:cNvPr>
          <p:cNvSpPr/>
          <p:nvPr/>
        </p:nvSpPr>
        <p:spPr>
          <a:xfrm>
            <a:off x="14698860" y="27510837"/>
            <a:ext cx="4998839" cy="31976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tx1"/>
                </a:solidFill>
                <a:latin typeface="Times New Roman" panose="02020603050405020304" pitchFamily="18" charset="0"/>
                <a:cs typeface="Times New Roman" panose="02020603050405020304" pitchFamily="18" charset="0"/>
              </a:rPr>
              <a:t>Acknowledgements </a:t>
            </a:r>
            <a:r>
              <a:rPr lang="en-US" sz="3200" dirty="0">
                <a:solidFill>
                  <a:schemeClr val="tx1"/>
                </a:solidFill>
                <a:latin typeface="Times New Roman" panose="02020603050405020304" pitchFamily="18" charset="0"/>
                <a:cs typeface="Times New Roman" panose="02020603050405020304" pitchFamily="18" charset="0"/>
              </a:rPr>
              <a:t>:</a:t>
            </a:r>
          </a:p>
          <a:p>
            <a:pPr algn="ctr"/>
            <a:endParaRPr lang="en-US" sz="2800" dirty="0">
              <a:solidFill>
                <a:schemeClr val="tx1"/>
              </a:solidFill>
              <a:latin typeface="Times New Roman" panose="02020603050405020304" pitchFamily="18" charset="0"/>
              <a:cs typeface="Times New Roman" panose="02020603050405020304" pitchFamily="18" charset="0"/>
            </a:endParaRPr>
          </a:p>
          <a:p>
            <a:pPr algn="ctr"/>
            <a:r>
              <a:rPr lang="en-US" sz="2800" dirty="0">
                <a:solidFill>
                  <a:schemeClr val="tx1"/>
                </a:solidFill>
                <a:latin typeface="Times New Roman" panose="02020603050405020304" pitchFamily="18" charset="0"/>
                <a:cs typeface="Times New Roman" panose="02020603050405020304" pitchFamily="18" charset="0"/>
              </a:rPr>
              <a:t>Thanks to the University of Hartford and Hartford Steam Boiler for Funding this Project and thanks to Prof. </a:t>
            </a:r>
            <a:r>
              <a:rPr lang="en-US" sz="2800" dirty="0" err="1">
                <a:solidFill>
                  <a:schemeClr val="tx1"/>
                </a:solidFill>
                <a:latin typeface="Times New Roman" panose="02020603050405020304" pitchFamily="18" charset="0"/>
                <a:cs typeface="Times New Roman" panose="02020603050405020304" pitchFamily="18" charset="0"/>
              </a:rPr>
              <a:t>Obst</a:t>
            </a:r>
            <a:r>
              <a:rPr lang="en-US" sz="2800" dirty="0">
                <a:solidFill>
                  <a:schemeClr val="tx1"/>
                </a:solidFill>
                <a:latin typeface="Times New Roman" panose="02020603050405020304" pitchFamily="18" charset="0"/>
                <a:cs typeface="Times New Roman" panose="02020603050405020304" pitchFamily="18" charset="0"/>
              </a:rPr>
              <a:t> for his help on this project</a:t>
            </a:r>
            <a:endParaRPr lang="en-US" sz="2800" dirty="0">
              <a:latin typeface="Times New Roman" panose="02020603050405020304" pitchFamily="18" charset="0"/>
              <a:cs typeface="Times New Roman" panose="02020603050405020304" pitchFamily="18" charset="0"/>
            </a:endParaRPr>
          </a:p>
        </p:txBody>
      </p:sp>
      <p:sp>
        <p:nvSpPr>
          <p:cNvPr id="1032" name="TextBox 1031">
            <a:extLst>
              <a:ext uri="{FF2B5EF4-FFF2-40B4-BE49-F238E27FC236}">
                <a16:creationId xmlns:a16="http://schemas.microsoft.com/office/drawing/2014/main" id="{E82F55EB-294C-C603-3085-D3C61F7E2CE5}"/>
              </a:ext>
            </a:extLst>
          </p:cNvPr>
          <p:cNvSpPr txBox="1"/>
          <p:nvPr/>
        </p:nvSpPr>
        <p:spPr>
          <a:xfrm>
            <a:off x="10894894" y="30113688"/>
            <a:ext cx="3556247" cy="954107"/>
          </a:xfrm>
          <a:prstGeom prst="rect">
            <a:avLst/>
          </a:prstGeom>
          <a:noFill/>
        </p:spPr>
        <p:txBody>
          <a:bodyPr wrap="square" rtlCol="0">
            <a:spAutoFit/>
          </a:bodyPr>
          <a:lstStyle/>
          <a:p>
            <a:r>
              <a:rPr lang="en-US" sz="2800" dirty="0"/>
              <a:t>Dcole@hartford.edu</a:t>
            </a:r>
          </a:p>
          <a:p>
            <a:endParaRPr lang="en-US" sz="2800" dirty="0"/>
          </a:p>
        </p:txBody>
      </p:sp>
      <p:pic>
        <p:nvPicPr>
          <p:cNvPr id="1033" name="Picture 1032">
            <a:extLst>
              <a:ext uri="{FF2B5EF4-FFF2-40B4-BE49-F238E27FC236}">
                <a16:creationId xmlns:a16="http://schemas.microsoft.com/office/drawing/2014/main" id="{4E230905-34D1-A7EE-A5CE-46FCDA80C782}"/>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5403860" y="27859497"/>
            <a:ext cx="2259524" cy="2259524"/>
          </a:xfrm>
          <a:prstGeom prst="rect">
            <a:avLst/>
          </a:prstGeom>
        </p:spPr>
      </p:pic>
      <p:sp>
        <p:nvSpPr>
          <p:cNvPr id="1034" name="TextBox 1033">
            <a:extLst>
              <a:ext uri="{FF2B5EF4-FFF2-40B4-BE49-F238E27FC236}">
                <a16:creationId xmlns:a16="http://schemas.microsoft.com/office/drawing/2014/main" id="{06EA0455-6A11-2F10-1376-33A50073C4DF}"/>
              </a:ext>
            </a:extLst>
          </p:cNvPr>
          <p:cNvSpPr txBox="1"/>
          <p:nvPr/>
        </p:nvSpPr>
        <p:spPr>
          <a:xfrm>
            <a:off x="7825836" y="27839141"/>
            <a:ext cx="2354826" cy="1815882"/>
          </a:xfrm>
          <a:prstGeom prst="rect">
            <a:avLst/>
          </a:prstGeom>
          <a:noFill/>
        </p:spPr>
        <p:txBody>
          <a:bodyPr wrap="square" rtlCol="0">
            <a:spAutoFit/>
          </a:bodyPr>
          <a:lstStyle/>
          <a:p>
            <a:r>
              <a:rPr lang="en-US" sz="2800" dirty="0"/>
              <a:t>Justin </a:t>
            </a:r>
            <a:r>
              <a:rPr lang="en-US" sz="2800" dirty="0" err="1"/>
              <a:t>Niziolek</a:t>
            </a:r>
            <a:endParaRPr lang="en-US" sz="2800" dirty="0"/>
          </a:p>
          <a:p>
            <a:r>
              <a:rPr lang="en-US" sz="2800" dirty="0"/>
              <a:t>Co-Designer</a:t>
            </a:r>
          </a:p>
          <a:p>
            <a:r>
              <a:rPr lang="en-US" sz="2800" dirty="0"/>
              <a:t>Manufacturing Lead</a:t>
            </a:r>
          </a:p>
        </p:txBody>
      </p:sp>
      <p:pic>
        <p:nvPicPr>
          <p:cNvPr id="1035" name="Picture 1034">
            <a:extLst>
              <a:ext uri="{FF2B5EF4-FFF2-40B4-BE49-F238E27FC236}">
                <a16:creationId xmlns:a16="http://schemas.microsoft.com/office/drawing/2014/main" id="{EE83C19B-407B-AE87-7FF2-14B27E62BBA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15520" y="27840862"/>
            <a:ext cx="2420730" cy="2259524"/>
          </a:xfrm>
          <a:prstGeom prst="rect">
            <a:avLst/>
          </a:prstGeom>
        </p:spPr>
      </p:pic>
      <p:sp>
        <p:nvSpPr>
          <p:cNvPr id="1036" name="TextBox 1035">
            <a:extLst>
              <a:ext uri="{FF2B5EF4-FFF2-40B4-BE49-F238E27FC236}">
                <a16:creationId xmlns:a16="http://schemas.microsoft.com/office/drawing/2014/main" id="{53E9F7C0-2E3C-1CD1-B323-52AF0240FC8C}"/>
              </a:ext>
            </a:extLst>
          </p:cNvPr>
          <p:cNvSpPr txBox="1"/>
          <p:nvPr/>
        </p:nvSpPr>
        <p:spPr>
          <a:xfrm>
            <a:off x="3094645" y="27820506"/>
            <a:ext cx="2259524" cy="1815882"/>
          </a:xfrm>
          <a:prstGeom prst="rect">
            <a:avLst/>
          </a:prstGeom>
          <a:noFill/>
        </p:spPr>
        <p:txBody>
          <a:bodyPr wrap="square" rtlCol="0">
            <a:spAutoFit/>
          </a:bodyPr>
          <a:lstStyle/>
          <a:p>
            <a:r>
              <a:rPr lang="en-US" sz="2800" dirty="0"/>
              <a:t>Kiden Scruton</a:t>
            </a:r>
            <a:br>
              <a:rPr lang="en-US" sz="2800" dirty="0"/>
            </a:br>
            <a:r>
              <a:rPr lang="en-US" sz="2800" dirty="0"/>
              <a:t>Programmer </a:t>
            </a:r>
          </a:p>
          <a:p>
            <a:r>
              <a:rPr lang="en-US" sz="2800" dirty="0"/>
              <a:t>Procurement Lead</a:t>
            </a:r>
          </a:p>
        </p:txBody>
      </p:sp>
      <p:sp>
        <p:nvSpPr>
          <p:cNvPr id="1041" name="TextBox 1040">
            <a:extLst>
              <a:ext uri="{FF2B5EF4-FFF2-40B4-BE49-F238E27FC236}">
                <a16:creationId xmlns:a16="http://schemas.microsoft.com/office/drawing/2014/main" id="{CF3E913A-B2B0-9E90-FEBE-00689CC7CD5E}"/>
              </a:ext>
            </a:extLst>
          </p:cNvPr>
          <p:cNvSpPr txBox="1"/>
          <p:nvPr/>
        </p:nvSpPr>
        <p:spPr>
          <a:xfrm>
            <a:off x="5885260" y="30149121"/>
            <a:ext cx="3556247" cy="523220"/>
          </a:xfrm>
          <a:prstGeom prst="rect">
            <a:avLst/>
          </a:prstGeom>
          <a:noFill/>
        </p:spPr>
        <p:txBody>
          <a:bodyPr wrap="square" rtlCol="0">
            <a:spAutoFit/>
          </a:bodyPr>
          <a:lstStyle/>
          <a:p>
            <a:r>
              <a:rPr lang="en-US" sz="2800" dirty="0"/>
              <a:t>Niziolek@hartford.edu</a:t>
            </a:r>
          </a:p>
        </p:txBody>
      </p:sp>
      <p:sp>
        <p:nvSpPr>
          <p:cNvPr id="1042" name="TextBox 1041">
            <a:extLst>
              <a:ext uri="{FF2B5EF4-FFF2-40B4-BE49-F238E27FC236}">
                <a16:creationId xmlns:a16="http://schemas.microsoft.com/office/drawing/2014/main" id="{3CBCAABB-ED77-ACE1-2650-4B0BF69665A0}"/>
              </a:ext>
            </a:extLst>
          </p:cNvPr>
          <p:cNvSpPr txBox="1"/>
          <p:nvPr/>
        </p:nvSpPr>
        <p:spPr>
          <a:xfrm>
            <a:off x="1292435" y="30135350"/>
            <a:ext cx="3556247" cy="954107"/>
          </a:xfrm>
          <a:prstGeom prst="rect">
            <a:avLst/>
          </a:prstGeom>
          <a:noFill/>
        </p:spPr>
        <p:txBody>
          <a:bodyPr wrap="square" rtlCol="0">
            <a:spAutoFit/>
          </a:bodyPr>
          <a:lstStyle/>
          <a:p>
            <a:r>
              <a:rPr lang="en-US" sz="2800" dirty="0"/>
              <a:t>Scruton@hartford.edu</a:t>
            </a:r>
          </a:p>
          <a:p>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11523</TotalTime>
  <Words>419</Words>
  <Application>Microsoft Office PowerPoint</Application>
  <PresentationFormat>Custom</PresentationFormat>
  <Paragraphs>60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 Unicode MS</vt:lpstr>
      <vt:lpstr>Arial</vt:lpstr>
      <vt:lpstr>Calibri</vt:lpstr>
      <vt:lpstr>Times New Roman</vt:lpstr>
      <vt:lpstr>Office Theme</vt:lpstr>
      <vt:lpstr>PowerPoint Presentation</vt:lpstr>
    </vt:vector>
  </TitlesOfParts>
  <Company>America Online,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KIDEN AR HEADSET</dc:title>
  <dc:creator>eac</dc:creator>
  <cp:lastModifiedBy>kiden scruton</cp:lastModifiedBy>
  <cp:revision>130</cp:revision>
  <cp:lastPrinted>2015-04-10T19:53:49Z</cp:lastPrinted>
  <dcterms:created xsi:type="dcterms:W3CDTF">2004-11-15T17:59:30Z</dcterms:created>
  <dcterms:modified xsi:type="dcterms:W3CDTF">2024-04-21T19:51:36Z</dcterms:modified>
</cp:coreProperties>
</file>